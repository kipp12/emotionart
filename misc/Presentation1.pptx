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74ADC1-1F0C-45C7-9601-B838A52A4FA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6911C43-F85C-4A84-A3DA-8B48FB4D7F07}">
      <dgm:prSet/>
      <dgm:spPr/>
      <dgm:t>
        <a:bodyPr/>
        <a:lstStyle/>
        <a:p>
          <a:r>
            <a:rPr lang="en-US"/>
            <a:t>Input text / speech </a:t>
          </a:r>
        </a:p>
      </dgm:t>
    </dgm:pt>
    <dgm:pt modelId="{ACDC3492-46A0-4573-9B85-C67C15F2B854}" type="parTrans" cxnId="{CD248BDA-4B03-4243-8CA1-667063C39D55}">
      <dgm:prSet/>
      <dgm:spPr/>
      <dgm:t>
        <a:bodyPr/>
        <a:lstStyle/>
        <a:p>
          <a:endParaRPr lang="en-US"/>
        </a:p>
      </dgm:t>
    </dgm:pt>
    <dgm:pt modelId="{3CF2DE9B-E59A-4801-A587-24F019ACC47F}" type="sibTrans" cxnId="{CD248BDA-4B03-4243-8CA1-667063C39D55}">
      <dgm:prSet/>
      <dgm:spPr/>
      <dgm:t>
        <a:bodyPr/>
        <a:lstStyle/>
        <a:p>
          <a:endParaRPr lang="en-US"/>
        </a:p>
      </dgm:t>
    </dgm:pt>
    <dgm:pt modelId="{3596C8D3-7DA9-4761-B396-3DCFD8A76906}">
      <dgm:prSet/>
      <dgm:spPr/>
      <dgm:t>
        <a:bodyPr/>
        <a:lstStyle/>
        <a:p>
          <a:r>
            <a:rPr lang="en-US" dirty="0"/>
            <a:t>AI transformer model ranks prevalence of different emotions</a:t>
          </a:r>
        </a:p>
      </dgm:t>
    </dgm:pt>
    <dgm:pt modelId="{785DD6F0-E23F-4DA3-BE86-A2659B2E6E98}" type="parTrans" cxnId="{80C9F46D-9F8A-4F3C-A532-AD10A98D5767}">
      <dgm:prSet/>
      <dgm:spPr/>
      <dgm:t>
        <a:bodyPr/>
        <a:lstStyle/>
        <a:p>
          <a:endParaRPr lang="en-US"/>
        </a:p>
      </dgm:t>
    </dgm:pt>
    <dgm:pt modelId="{560D9413-9DD3-4B9E-85E8-A415CB593003}" type="sibTrans" cxnId="{80C9F46D-9F8A-4F3C-A532-AD10A98D5767}">
      <dgm:prSet/>
      <dgm:spPr/>
      <dgm:t>
        <a:bodyPr/>
        <a:lstStyle/>
        <a:p>
          <a:endParaRPr lang="en-US"/>
        </a:p>
      </dgm:t>
    </dgm:pt>
    <dgm:pt modelId="{C0381E14-32FC-4928-88F5-7F1C15445122}">
      <dgm:prSet/>
      <dgm:spPr/>
      <dgm:t>
        <a:bodyPr/>
        <a:lstStyle/>
        <a:p>
          <a:r>
            <a:rPr lang="en-US"/>
            <a:t>AI model outputs used as input for art generation</a:t>
          </a:r>
        </a:p>
      </dgm:t>
    </dgm:pt>
    <dgm:pt modelId="{39E3D684-FE1F-4049-BF71-E53CF25BABBC}" type="parTrans" cxnId="{AE13FDB4-1696-46DB-B98B-28F86A1399B1}">
      <dgm:prSet/>
      <dgm:spPr/>
      <dgm:t>
        <a:bodyPr/>
        <a:lstStyle/>
        <a:p>
          <a:endParaRPr lang="en-US"/>
        </a:p>
      </dgm:t>
    </dgm:pt>
    <dgm:pt modelId="{2CA578E8-DE68-4EB4-9933-B8049827DF2D}" type="sibTrans" cxnId="{AE13FDB4-1696-46DB-B98B-28F86A1399B1}">
      <dgm:prSet/>
      <dgm:spPr/>
      <dgm:t>
        <a:bodyPr/>
        <a:lstStyle/>
        <a:p>
          <a:endParaRPr lang="en-US"/>
        </a:p>
      </dgm:t>
    </dgm:pt>
    <dgm:pt modelId="{82CA7085-2D89-4C6C-A7A6-CC797CD0C939}">
      <dgm:prSet/>
      <dgm:spPr/>
      <dgm:t>
        <a:bodyPr/>
        <a:lstStyle/>
        <a:p>
          <a:r>
            <a:rPr lang="en-US"/>
            <a:t>Display art </a:t>
          </a:r>
        </a:p>
      </dgm:t>
    </dgm:pt>
    <dgm:pt modelId="{BA39C1C2-06FE-43BF-B9C4-0D914DEDD5BC}" type="parTrans" cxnId="{C7A62430-03C8-45D6-81A9-CA3AAFAA4A1B}">
      <dgm:prSet/>
      <dgm:spPr/>
      <dgm:t>
        <a:bodyPr/>
        <a:lstStyle/>
        <a:p>
          <a:endParaRPr lang="en-US"/>
        </a:p>
      </dgm:t>
    </dgm:pt>
    <dgm:pt modelId="{8160FBD8-E0E8-4261-BF3E-3992EF874EC7}" type="sibTrans" cxnId="{C7A62430-03C8-45D6-81A9-CA3AAFAA4A1B}">
      <dgm:prSet/>
      <dgm:spPr/>
      <dgm:t>
        <a:bodyPr/>
        <a:lstStyle/>
        <a:p>
          <a:endParaRPr lang="en-US"/>
        </a:p>
      </dgm:t>
    </dgm:pt>
    <dgm:pt modelId="{0A13B294-30C6-B04C-B88A-4D308B84A7B9}" type="pres">
      <dgm:prSet presAssocID="{ED74ADC1-1F0C-45C7-9601-B838A52A4FA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E35963-C809-8E4A-9F3D-43ED66AD5ACC}" type="pres">
      <dgm:prSet presAssocID="{56911C43-F85C-4A84-A3DA-8B48FB4D7F07}" presName="root" presStyleCnt="0"/>
      <dgm:spPr/>
    </dgm:pt>
    <dgm:pt modelId="{535BED9C-9B49-CD40-B85E-159AF1002D93}" type="pres">
      <dgm:prSet presAssocID="{56911C43-F85C-4A84-A3DA-8B48FB4D7F07}" presName="rootComposite" presStyleCnt="0"/>
      <dgm:spPr/>
    </dgm:pt>
    <dgm:pt modelId="{39258E69-98D9-FB48-9754-396B0BBF63F9}" type="pres">
      <dgm:prSet presAssocID="{56911C43-F85C-4A84-A3DA-8B48FB4D7F07}" presName="rootText" presStyleLbl="node1" presStyleIdx="0" presStyleCnt="4"/>
      <dgm:spPr/>
    </dgm:pt>
    <dgm:pt modelId="{93D29C9D-886C-664B-9B02-D69EDD62B272}" type="pres">
      <dgm:prSet presAssocID="{56911C43-F85C-4A84-A3DA-8B48FB4D7F07}" presName="rootConnector" presStyleLbl="node1" presStyleIdx="0" presStyleCnt="4"/>
      <dgm:spPr/>
    </dgm:pt>
    <dgm:pt modelId="{6C20201C-2533-ED45-94C7-442D86BD6223}" type="pres">
      <dgm:prSet presAssocID="{56911C43-F85C-4A84-A3DA-8B48FB4D7F07}" presName="childShape" presStyleCnt="0"/>
      <dgm:spPr/>
    </dgm:pt>
    <dgm:pt modelId="{E0252050-AF2B-BB4C-875F-B12089B30898}" type="pres">
      <dgm:prSet presAssocID="{3596C8D3-7DA9-4761-B396-3DCFD8A76906}" presName="root" presStyleCnt="0"/>
      <dgm:spPr/>
    </dgm:pt>
    <dgm:pt modelId="{C41FA904-6ACB-6A48-86B2-C79F059B94B7}" type="pres">
      <dgm:prSet presAssocID="{3596C8D3-7DA9-4761-B396-3DCFD8A76906}" presName="rootComposite" presStyleCnt="0"/>
      <dgm:spPr/>
    </dgm:pt>
    <dgm:pt modelId="{F41ACE9F-A1B0-AB4C-B0C1-A1587BB53D26}" type="pres">
      <dgm:prSet presAssocID="{3596C8D3-7DA9-4761-B396-3DCFD8A76906}" presName="rootText" presStyleLbl="node1" presStyleIdx="1" presStyleCnt="4"/>
      <dgm:spPr/>
    </dgm:pt>
    <dgm:pt modelId="{DC21F86D-060B-6045-A712-053F426853C1}" type="pres">
      <dgm:prSet presAssocID="{3596C8D3-7DA9-4761-B396-3DCFD8A76906}" presName="rootConnector" presStyleLbl="node1" presStyleIdx="1" presStyleCnt="4"/>
      <dgm:spPr/>
    </dgm:pt>
    <dgm:pt modelId="{37CDB2D3-E273-674F-B758-99FA8C0E332B}" type="pres">
      <dgm:prSet presAssocID="{3596C8D3-7DA9-4761-B396-3DCFD8A76906}" presName="childShape" presStyleCnt="0"/>
      <dgm:spPr/>
    </dgm:pt>
    <dgm:pt modelId="{5775A0B2-15B2-F14F-A590-B620E6DDC1AC}" type="pres">
      <dgm:prSet presAssocID="{C0381E14-32FC-4928-88F5-7F1C15445122}" presName="root" presStyleCnt="0"/>
      <dgm:spPr/>
    </dgm:pt>
    <dgm:pt modelId="{8308A0BC-E9C9-3D48-8F03-79771F50A36B}" type="pres">
      <dgm:prSet presAssocID="{C0381E14-32FC-4928-88F5-7F1C15445122}" presName="rootComposite" presStyleCnt="0"/>
      <dgm:spPr/>
    </dgm:pt>
    <dgm:pt modelId="{084568A6-9651-E14A-9702-3FA326164795}" type="pres">
      <dgm:prSet presAssocID="{C0381E14-32FC-4928-88F5-7F1C15445122}" presName="rootText" presStyleLbl="node1" presStyleIdx="2" presStyleCnt="4"/>
      <dgm:spPr/>
    </dgm:pt>
    <dgm:pt modelId="{3940E299-7695-7F43-9E24-FAD73DAA7ED5}" type="pres">
      <dgm:prSet presAssocID="{C0381E14-32FC-4928-88F5-7F1C15445122}" presName="rootConnector" presStyleLbl="node1" presStyleIdx="2" presStyleCnt="4"/>
      <dgm:spPr/>
    </dgm:pt>
    <dgm:pt modelId="{30418B77-E322-9C48-8687-A50B6CB9E05D}" type="pres">
      <dgm:prSet presAssocID="{C0381E14-32FC-4928-88F5-7F1C15445122}" presName="childShape" presStyleCnt="0"/>
      <dgm:spPr/>
    </dgm:pt>
    <dgm:pt modelId="{DEF9BA25-B685-5446-B4A2-5980BB58E59E}" type="pres">
      <dgm:prSet presAssocID="{82CA7085-2D89-4C6C-A7A6-CC797CD0C939}" presName="root" presStyleCnt="0"/>
      <dgm:spPr/>
    </dgm:pt>
    <dgm:pt modelId="{C5D7AF86-3E96-2348-9EA7-FD84C367EB04}" type="pres">
      <dgm:prSet presAssocID="{82CA7085-2D89-4C6C-A7A6-CC797CD0C939}" presName="rootComposite" presStyleCnt="0"/>
      <dgm:spPr/>
    </dgm:pt>
    <dgm:pt modelId="{8B5BEF23-4DA2-7847-ABCE-B14E0071D499}" type="pres">
      <dgm:prSet presAssocID="{82CA7085-2D89-4C6C-A7A6-CC797CD0C939}" presName="rootText" presStyleLbl="node1" presStyleIdx="3" presStyleCnt="4"/>
      <dgm:spPr/>
    </dgm:pt>
    <dgm:pt modelId="{49580387-0AA4-A040-9337-3AC3BCBEA466}" type="pres">
      <dgm:prSet presAssocID="{82CA7085-2D89-4C6C-A7A6-CC797CD0C939}" presName="rootConnector" presStyleLbl="node1" presStyleIdx="3" presStyleCnt="4"/>
      <dgm:spPr/>
    </dgm:pt>
    <dgm:pt modelId="{984F55E0-1673-3B48-9138-BFC98480FE17}" type="pres">
      <dgm:prSet presAssocID="{82CA7085-2D89-4C6C-A7A6-CC797CD0C939}" presName="childShape" presStyleCnt="0"/>
      <dgm:spPr/>
    </dgm:pt>
  </dgm:ptLst>
  <dgm:cxnLst>
    <dgm:cxn modelId="{C57A6804-2FE5-E44B-BA6B-0C91A61D1028}" type="presOf" srcId="{82CA7085-2D89-4C6C-A7A6-CC797CD0C939}" destId="{49580387-0AA4-A040-9337-3AC3BCBEA466}" srcOrd="1" destOrd="0" presId="urn:microsoft.com/office/officeart/2005/8/layout/hierarchy3"/>
    <dgm:cxn modelId="{4BA62F0B-E7C7-6543-9709-64922AAFA573}" type="presOf" srcId="{82CA7085-2D89-4C6C-A7A6-CC797CD0C939}" destId="{8B5BEF23-4DA2-7847-ABCE-B14E0071D499}" srcOrd="0" destOrd="0" presId="urn:microsoft.com/office/officeart/2005/8/layout/hierarchy3"/>
    <dgm:cxn modelId="{FE7B1228-3632-4F42-A0ED-477D6D71C99C}" type="presOf" srcId="{C0381E14-32FC-4928-88F5-7F1C15445122}" destId="{3940E299-7695-7F43-9E24-FAD73DAA7ED5}" srcOrd="1" destOrd="0" presId="urn:microsoft.com/office/officeart/2005/8/layout/hierarchy3"/>
    <dgm:cxn modelId="{C7A62430-03C8-45D6-81A9-CA3AAFAA4A1B}" srcId="{ED74ADC1-1F0C-45C7-9601-B838A52A4FA9}" destId="{82CA7085-2D89-4C6C-A7A6-CC797CD0C939}" srcOrd="3" destOrd="0" parTransId="{BA39C1C2-06FE-43BF-B9C4-0D914DEDD5BC}" sibTransId="{8160FBD8-E0E8-4261-BF3E-3992EF874EC7}"/>
    <dgm:cxn modelId="{65DD2E5D-4AE7-F543-8956-2780AC6B38AA}" type="presOf" srcId="{ED74ADC1-1F0C-45C7-9601-B838A52A4FA9}" destId="{0A13B294-30C6-B04C-B88A-4D308B84A7B9}" srcOrd="0" destOrd="0" presId="urn:microsoft.com/office/officeart/2005/8/layout/hierarchy3"/>
    <dgm:cxn modelId="{A503F96A-03DF-E34D-BEC4-176154FF3EFA}" type="presOf" srcId="{56911C43-F85C-4A84-A3DA-8B48FB4D7F07}" destId="{39258E69-98D9-FB48-9754-396B0BBF63F9}" srcOrd="0" destOrd="0" presId="urn:microsoft.com/office/officeart/2005/8/layout/hierarchy3"/>
    <dgm:cxn modelId="{80C9F46D-9F8A-4F3C-A532-AD10A98D5767}" srcId="{ED74ADC1-1F0C-45C7-9601-B838A52A4FA9}" destId="{3596C8D3-7DA9-4761-B396-3DCFD8A76906}" srcOrd="1" destOrd="0" parTransId="{785DD6F0-E23F-4DA3-BE86-A2659B2E6E98}" sibTransId="{560D9413-9DD3-4B9E-85E8-A415CB593003}"/>
    <dgm:cxn modelId="{53558B71-BF53-064F-8783-B07B3D8D3115}" type="presOf" srcId="{3596C8D3-7DA9-4761-B396-3DCFD8A76906}" destId="{F41ACE9F-A1B0-AB4C-B0C1-A1587BB53D26}" srcOrd="0" destOrd="0" presId="urn:microsoft.com/office/officeart/2005/8/layout/hierarchy3"/>
    <dgm:cxn modelId="{D3D22C75-4FDD-1240-A5D8-EAB54EE7F910}" type="presOf" srcId="{C0381E14-32FC-4928-88F5-7F1C15445122}" destId="{084568A6-9651-E14A-9702-3FA326164795}" srcOrd="0" destOrd="0" presId="urn:microsoft.com/office/officeart/2005/8/layout/hierarchy3"/>
    <dgm:cxn modelId="{2F54FB75-C7BA-564D-ACD7-C8F329EA9DE0}" type="presOf" srcId="{56911C43-F85C-4A84-A3DA-8B48FB4D7F07}" destId="{93D29C9D-886C-664B-9B02-D69EDD62B272}" srcOrd="1" destOrd="0" presId="urn:microsoft.com/office/officeart/2005/8/layout/hierarchy3"/>
    <dgm:cxn modelId="{AE13FDB4-1696-46DB-B98B-28F86A1399B1}" srcId="{ED74ADC1-1F0C-45C7-9601-B838A52A4FA9}" destId="{C0381E14-32FC-4928-88F5-7F1C15445122}" srcOrd="2" destOrd="0" parTransId="{39E3D684-FE1F-4049-BF71-E53CF25BABBC}" sibTransId="{2CA578E8-DE68-4EB4-9933-B8049827DF2D}"/>
    <dgm:cxn modelId="{AEC2D0D2-FC00-5047-8FE7-E8AAF5CC6267}" type="presOf" srcId="{3596C8D3-7DA9-4761-B396-3DCFD8A76906}" destId="{DC21F86D-060B-6045-A712-053F426853C1}" srcOrd="1" destOrd="0" presId="urn:microsoft.com/office/officeart/2005/8/layout/hierarchy3"/>
    <dgm:cxn modelId="{CD248BDA-4B03-4243-8CA1-667063C39D55}" srcId="{ED74ADC1-1F0C-45C7-9601-B838A52A4FA9}" destId="{56911C43-F85C-4A84-A3DA-8B48FB4D7F07}" srcOrd="0" destOrd="0" parTransId="{ACDC3492-46A0-4573-9B85-C67C15F2B854}" sibTransId="{3CF2DE9B-E59A-4801-A587-24F019ACC47F}"/>
    <dgm:cxn modelId="{565071EC-53E6-2245-8308-64E74166F4FD}" type="presParOf" srcId="{0A13B294-30C6-B04C-B88A-4D308B84A7B9}" destId="{1FE35963-C809-8E4A-9F3D-43ED66AD5ACC}" srcOrd="0" destOrd="0" presId="urn:microsoft.com/office/officeart/2005/8/layout/hierarchy3"/>
    <dgm:cxn modelId="{74AD2DB3-E3B8-7D42-9262-D8B676490E86}" type="presParOf" srcId="{1FE35963-C809-8E4A-9F3D-43ED66AD5ACC}" destId="{535BED9C-9B49-CD40-B85E-159AF1002D93}" srcOrd="0" destOrd="0" presId="urn:microsoft.com/office/officeart/2005/8/layout/hierarchy3"/>
    <dgm:cxn modelId="{70CCCBA8-0BC8-BB46-80DA-25F0C026658B}" type="presParOf" srcId="{535BED9C-9B49-CD40-B85E-159AF1002D93}" destId="{39258E69-98D9-FB48-9754-396B0BBF63F9}" srcOrd="0" destOrd="0" presId="urn:microsoft.com/office/officeart/2005/8/layout/hierarchy3"/>
    <dgm:cxn modelId="{FA6D7648-8F4B-2343-B27D-D09A79B691B3}" type="presParOf" srcId="{535BED9C-9B49-CD40-B85E-159AF1002D93}" destId="{93D29C9D-886C-664B-9B02-D69EDD62B272}" srcOrd="1" destOrd="0" presId="urn:microsoft.com/office/officeart/2005/8/layout/hierarchy3"/>
    <dgm:cxn modelId="{142C8F64-FA7F-104B-8FBD-BBCA811FC8C6}" type="presParOf" srcId="{1FE35963-C809-8E4A-9F3D-43ED66AD5ACC}" destId="{6C20201C-2533-ED45-94C7-442D86BD6223}" srcOrd="1" destOrd="0" presId="urn:microsoft.com/office/officeart/2005/8/layout/hierarchy3"/>
    <dgm:cxn modelId="{575057FA-C591-9C41-AA01-3D46BCB378B5}" type="presParOf" srcId="{0A13B294-30C6-B04C-B88A-4D308B84A7B9}" destId="{E0252050-AF2B-BB4C-875F-B12089B30898}" srcOrd="1" destOrd="0" presId="urn:microsoft.com/office/officeart/2005/8/layout/hierarchy3"/>
    <dgm:cxn modelId="{E0BB520E-AC13-3D4C-994A-42B2D3DDB76E}" type="presParOf" srcId="{E0252050-AF2B-BB4C-875F-B12089B30898}" destId="{C41FA904-6ACB-6A48-86B2-C79F059B94B7}" srcOrd="0" destOrd="0" presId="urn:microsoft.com/office/officeart/2005/8/layout/hierarchy3"/>
    <dgm:cxn modelId="{95D4EBD9-EF15-5540-9DE3-E06158FB92DB}" type="presParOf" srcId="{C41FA904-6ACB-6A48-86B2-C79F059B94B7}" destId="{F41ACE9F-A1B0-AB4C-B0C1-A1587BB53D26}" srcOrd="0" destOrd="0" presId="urn:microsoft.com/office/officeart/2005/8/layout/hierarchy3"/>
    <dgm:cxn modelId="{4974D83D-2D5E-EC45-B4ED-8850CF6497AC}" type="presParOf" srcId="{C41FA904-6ACB-6A48-86B2-C79F059B94B7}" destId="{DC21F86D-060B-6045-A712-053F426853C1}" srcOrd="1" destOrd="0" presId="urn:microsoft.com/office/officeart/2005/8/layout/hierarchy3"/>
    <dgm:cxn modelId="{424BB464-9914-7347-B98B-73E4BEEF80B6}" type="presParOf" srcId="{E0252050-AF2B-BB4C-875F-B12089B30898}" destId="{37CDB2D3-E273-674F-B758-99FA8C0E332B}" srcOrd="1" destOrd="0" presId="urn:microsoft.com/office/officeart/2005/8/layout/hierarchy3"/>
    <dgm:cxn modelId="{0BDC74D4-3B6B-9A40-A407-033E55611D87}" type="presParOf" srcId="{0A13B294-30C6-B04C-B88A-4D308B84A7B9}" destId="{5775A0B2-15B2-F14F-A590-B620E6DDC1AC}" srcOrd="2" destOrd="0" presId="urn:microsoft.com/office/officeart/2005/8/layout/hierarchy3"/>
    <dgm:cxn modelId="{D7853BA9-9921-A244-B19A-1372E3CDA647}" type="presParOf" srcId="{5775A0B2-15B2-F14F-A590-B620E6DDC1AC}" destId="{8308A0BC-E9C9-3D48-8F03-79771F50A36B}" srcOrd="0" destOrd="0" presId="urn:microsoft.com/office/officeart/2005/8/layout/hierarchy3"/>
    <dgm:cxn modelId="{B605E090-85B2-214F-B19C-B72B0DF517CD}" type="presParOf" srcId="{8308A0BC-E9C9-3D48-8F03-79771F50A36B}" destId="{084568A6-9651-E14A-9702-3FA326164795}" srcOrd="0" destOrd="0" presId="urn:microsoft.com/office/officeart/2005/8/layout/hierarchy3"/>
    <dgm:cxn modelId="{CA29360C-9A4B-D54B-A2A5-2A37EDFAD955}" type="presParOf" srcId="{8308A0BC-E9C9-3D48-8F03-79771F50A36B}" destId="{3940E299-7695-7F43-9E24-FAD73DAA7ED5}" srcOrd="1" destOrd="0" presId="urn:microsoft.com/office/officeart/2005/8/layout/hierarchy3"/>
    <dgm:cxn modelId="{17D1BB81-AA82-9044-B4AA-80ED25855D50}" type="presParOf" srcId="{5775A0B2-15B2-F14F-A590-B620E6DDC1AC}" destId="{30418B77-E322-9C48-8687-A50B6CB9E05D}" srcOrd="1" destOrd="0" presId="urn:microsoft.com/office/officeart/2005/8/layout/hierarchy3"/>
    <dgm:cxn modelId="{4CE84BF8-27BF-574A-871E-15825A7AEAF2}" type="presParOf" srcId="{0A13B294-30C6-B04C-B88A-4D308B84A7B9}" destId="{DEF9BA25-B685-5446-B4A2-5980BB58E59E}" srcOrd="3" destOrd="0" presId="urn:microsoft.com/office/officeart/2005/8/layout/hierarchy3"/>
    <dgm:cxn modelId="{423E041C-8A3C-2847-B2BB-D6230CD2EF76}" type="presParOf" srcId="{DEF9BA25-B685-5446-B4A2-5980BB58E59E}" destId="{C5D7AF86-3E96-2348-9EA7-FD84C367EB04}" srcOrd="0" destOrd="0" presId="urn:microsoft.com/office/officeart/2005/8/layout/hierarchy3"/>
    <dgm:cxn modelId="{4344B446-CDAC-AD4E-B6AB-BCAE5727A7CC}" type="presParOf" srcId="{C5D7AF86-3E96-2348-9EA7-FD84C367EB04}" destId="{8B5BEF23-4DA2-7847-ABCE-B14E0071D499}" srcOrd="0" destOrd="0" presId="urn:microsoft.com/office/officeart/2005/8/layout/hierarchy3"/>
    <dgm:cxn modelId="{21AEA1A1-35B4-8F4E-B65A-B7F42B3811B7}" type="presParOf" srcId="{C5D7AF86-3E96-2348-9EA7-FD84C367EB04}" destId="{49580387-0AA4-A040-9337-3AC3BCBEA466}" srcOrd="1" destOrd="0" presId="urn:microsoft.com/office/officeart/2005/8/layout/hierarchy3"/>
    <dgm:cxn modelId="{35479638-8599-7048-8C91-51952D856293}" type="presParOf" srcId="{DEF9BA25-B685-5446-B4A2-5980BB58E59E}" destId="{984F55E0-1673-3B48-9138-BFC98480FE1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C3F877-4981-448E-8F4A-73626CAE293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EA4129-E39C-4F3F-8D72-3684751B822F}">
      <dgm:prSet/>
      <dgm:spPr/>
      <dgm:t>
        <a:bodyPr/>
        <a:lstStyle/>
        <a:p>
          <a:r>
            <a:rPr lang="en-US"/>
            <a:t>NLP/ AI</a:t>
          </a:r>
        </a:p>
      </dgm:t>
    </dgm:pt>
    <dgm:pt modelId="{0C176B54-C54C-44A0-89E5-7F27D9FBF36D}" type="parTrans" cxnId="{62CB4D79-1984-4612-9E8C-1CF77E45FE90}">
      <dgm:prSet/>
      <dgm:spPr/>
      <dgm:t>
        <a:bodyPr/>
        <a:lstStyle/>
        <a:p>
          <a:endParaRPr lang="en-US"/>
        </a:p>
      </dgm:t>
    </dgm:pt>
    <dgm:pt modelId="{61C0D2B8-2760-41F5-A9D3-252AC582B78D}" type="sibTrans" cxnId="{62CB4D79-1984-4612-9E8C-1CF77E45FE90}">
      <dgm:prSet/>
      <dgm:spPr/>
      <dgm:t>
        <a:bodyPr/>
        <a:lstStyle/>
        <a:p>
          <a:endParaRPr lang="en-US"/>
        </a:p>
      </dgm:t>
    </dgm:pt>
    <dgm:pt modelId="{7AD9085C-BFB2-4782-92CF-6F5038171468}">
      <dgm:prSet/>
      <dgm:spPr/>
      <dgm:t>
        <a:bodyPr/>
        <a:lstStyle/>
        <a:p>
          <a:r>
            <a:rPr lang="en-US"/>
            <a:t>Generative art</a:t>
          </a:r>
        </a:p>
      </dgm:t>
    </dgm:pt>
    <dgm:pt modelId="{AA36AFA8-AC1C-458E-8F87-E8E981CEA801}" type="parTrans" cxnId="{167ED695-3688-4B6A-ABCC-2CE1505CE521}">
      <dgm:prSet/>
      <dgm:spPr/>
      <dgm:t>
        <a:bodyPr/>
        <a:lstStyle/>
        <a:p>
          <a:endParaRPr lang="en-US"/>
        </a:p>
      </dgm:t>
    </dgm:pt>
    <dgm:pt modelId="{728A233A-A06D-4CAE-B9B5-2E364E704735}" type="sibTrans" cxnId="{167ED695-3688-4B6A-ABCC-2CE1505CE521}">
      <dgm:prSet/>
      <dgm:spPr/>
      <dgm:t>
        <a:bodyPr/>
        <a:lstStyle/>
        <a:p>
          <a:endParaRPr lang="en-US"/>
        </a:p>
      </dgm:t>
    </dgm:pt>
    <dgm:pt modelId="{589A7BDD-FBD3-470F-A388-BB6266076624}">
      <dgm:prSet/>
      <dgm:spPr/>
      <dgm:t>
        <a:bodyPr/>
        <a:lstStyle/>
        <a:p>
          <a:r>
            <a:rPr lang="en-US"/>
            <a:t>Accessibility (kind off)</a:t>
          </a:r>
        </a:p>
      </dgm:t>
    </dgm:pt>
    <dgm:pt modelId="{879BF9D8-C8A9-4B64-A4F6-E6A44708B3F0}" type="parTrans" cxnId="{38FA4023-F4DC-43AB-894C-CB108557341B}">
      <dgm:prSet/>
      <dgm:spPr/>
      <dgm:t>
        <a:bodyPr/>
        <a:lstStyle/>
        <a:p>
          <a:endParaRPr lang="en-US"/>
        </a:p>
      </dgm:t>
    </dgm:pt>
    <dgm:pt modelId="{729F7A70-DE3A-477B-A9A7-070605D64BAB}" type="sibTrans" cxnId="{38FA4023-F4DC-43AB-894C-CB108557341B}">
      <dgm:prSet/>
      <dgm:spPr/>
      <dgm:t>
        <a:bodyPr/>
        <a:lstStyle/>
        <a:p>
          <a:endParaRPr lang="en-US"/>
        </a:p>
      </dgm:t>
    </dgm:pt>
    <dgm:pt modelId="{A09D4DEE-88AF-034B-8D20-ACF76BD3BF95}" type="pres">
      <dgm:prSet presAssocID="{CEC3F877-4981-448E-8F4A-73626CAE293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928D0B-1EED-134F-AAD7-F0EFD39AD4DE}" type="pres">
      <dgm:prSet presAssocID="{D1EA4129-E39C-4F3F-8D72-3684751B822F}" presName="root" presStyleCnt="0"/>
      <dgm:spPr/>
    </dgm:pt>
    <dgm:pt modelId="{ADCD6C6C-03DD-EE49-A70E-96110C09103D}" type="pres">
      <dgm:prSet presAssocID="{D1EA4129-E39C-4F3F-8D72-3684751B822F}" presName="rootComposite" presStyleCnt="0"/>
      <dgm:spPr/>
    </dgm:pt>
    <dgm:pt modelId="{19F87433-F6E8-814A-99FF-FB97167A9748}" type="pres">
      <dgm:prSet presAssocID="{D1EA4129-E39C-4F3F-8D72-3684751B822F}" presName="rootText" presStyleLbl="node1" presStyleIdx="0" presStyleCnt="3"/>
      <dgm:spPr/>
    </dgm:pt>
    <dgm:pt modelId="{F4F8B407-CA6D-4743-AFBA-0F76DF72CFF5}" type="pres">
      <dgm:prSet presAssocID="{D1EA4129-E39C-4F3F-8D72-3684751B822F}" presName="rootConnector" presStyleLbl="node1" presStyleIdx="0" presStyleCnt="3"/>
      <dgm:spPr/>
    </dgm:pt>
    <dgm:pt modelId="{D2484400-E34F-5E40-AC87-97DE11D86679}" type="pres">
      <dgm:prSet presAssocID="{D1EA4129-E39C-4F3F-8D72-3684751B822F}" presName="childShape" presStyleCnt="0"/>
      <dgm:spPr/>
    </dgm:pt>
    <dgm:pt modelId="{895C2696-4D85-C44E-819E-BECD2204EB12}" type="pres">
      <dgm:prSet presAssocID="{7AD9085C-BFB2-4782-92CF-6F5038171468}" presName="root" presStyleCnt="0"/>
      <dgm:spPr/>
    </dgm:pt>
    <dgm:pt modelId="{5B01624E-8408-234F-A932-755C3F182B7B}" type="pres">
      <dgm:prSet presAssocID="{7AD9085C-BFB2-4782-92CF-6F5038171468}" presName="rootComposite" presStyleCnt="0"/>
      <dgm:spPr/>
    </dgm:pt>
    <dgm:pt modelId="{38C79F0F-96BC-8945-B402-0C0F0BA31AAE}" type="pres">
      <dgm:prSet presAssocID="{7AD9085C-BFB2-4782-92CF-6F5038171468}" presName="rootText" presStyleLbl="node1" presStyleIdx="1" presStyleCnt="3"/>
      <dgm:spPr/>
    </dgm:pt>
    <dgm:pt modelId="{2C2CB363-BD16-654F-8CA4-67338B35AEE5}" type="pres">
      <dgm:prSet presAssocID="{7AD9085C-BFB2-4782-92CF-6F5038171468}" presName="rootConnector" presStyleLbl="node1" presStyleIdx="1" presStyleCnt="3"/>
      <dgm:spPr/>
    </dgm:pt>
    <dgm:pt modelId="{796A053A-6F93-9740-BEE3-FE57BEB6531A}" type="pres">
      <dgm:prSet presAssocID="{7AD9085C-BFB2-4782-92CF-6F5038171468}" presName="childShape" presStyleCnt="0"/>
      <dgm:spPr/>
    </dgm:pt>
    <dgm:pt modelId="{C3CA202F-5FF5-E042-A65A-3C03BD619D46}" type="pres">
      <dgm:prSet presAssocID="{589A7BDD-FBD3-470F-A388-BB6266076624}" presName="root" presStyleCnt="0"/>
      <dgm:spPr/>
    </dgm:pt>
    <dgm:pt modelId="{6D338F13-F68A-D34D-9EE9-3F904F13F18A}" type="pres">
      <dgm:prSet presAssocID="{589A7BDD-FBD3-470F-A388-BB6266076624}" presName="rootComposite" presStyleCnt="0"/>
      <dgm:spPr/>
    </dgm:pt>
    <dgm:pt modelId="{576F9A04-22C2-2F41-879F-CAD0C22E07F4}" type="pres">
      <dgm:prSet presAssocID="{589A7BDD-FBD3-470F-A388-BB6266076624}" presName="rootText" presStyleLbl="node1" presStyleIdx="2" presStyleCnt="3"/>
      <dgm:spPr/>
    </dgm:pt>
    <dgm:pt modelId="{482AE28B-C1FF-8143-851C-90BC3175610B}" type="pres">
      <dgm:prSet presAssocID="{589A7BDD-FBD3-470F-A388-BB6266076624}" presName="rootConnector" presStyleLbl="node1" presStyleIdx="2" presStyleCnt="3"/>
      <dgm:spPr/>
    </dgm:pt>
    <dgm:pt modelId="{CE65C3E7-8BCC-D447-8A2F-2493B9FA00B6}" type="pres">
      <dgm:prSet presAssocID="{589A7BDD-FBD3-470F-A388-BB6266076624}" presName="childShape" presStyleCnt="0"/>
      <dgm:spPr/>
    </dgm:pt>
  </dgm:ptLst>
  <dgm:cxnLst>
    <dgm:cxn modelId="{03DF6901-AB25-FB4C-9B57-F1468645F9BF}" type="presOf" srcId="{589A7BDD-FBD3-470F-A388-BB6266076624}" destId="{482AE28B-C1FF-8143-851C-90BC3175610B}" srcOrd="1" destOrd="0" presId="urn:microsoft.com/office/officeart/2005/8/layout/hierarchy3"/>
    <dgm:cxn modelId="{8270D81A-582A-574C-9BC3-A4634CDA1AB8}" type="presOf" srcId="{7AD9085C-BFB2-4782-92CF-6F5038171468}" destId="{2C2CB363-BD16-654F-8CA4-67338B35AEE5}" srcOrd="1" destOrd="0" presId="urn:microsoft.com/office/officeart/2005/8/layout/hierarchy3"/>
    <dgm:cxn modelId="{38FA4023-F4DC-43AB-894C-CB108557341B}" srcId="{CEC3F877-4981-448E-8F4A-73626CAE293A}" destId="{589A7BDD-FBD3-470F-A388-BB6266076624}" srcOrd="2" destOrd="0" parTransId="{879BF9D8-C8A9-4B64-A4F6-E6A44708B3F0}" sibTransId="{729F7A70-DE3A-477B-A9A7-070605D64BAB}"/>
    <dgm:cxn modelId="{9936D55B-6A28-964F-B944-703447AC5040}" type="presOf" srcId="{7AD9085C-BFB2-4782-92CF-6F5038171468}" destId="{38C79F0F-96BC-8945-B402-0C0F0BA31AAE}" srcOrd="0" destOrd="0" presId="urn:microsoft.com/office/officeart/2005/8/layout/hierarchy3"/>
    <dgm:cxn modelId="{62CB4D79-1984-4612-9E8C-1CF77E45FE90}" srcId="{CEC3F877-4981-448E-8F4A-73626CAE293A}" destId="{D1EA4129-E39C-4F3F-8D72-3684751B822F}" srcOrd="0" destOrd="0" parTransId="{0C176B54-C54C-44A0-89E5-7F27D9FBF36D}" sibTransId="{61C0D2B8-2760-41F5-A9D3-252AC582B78D}"/>
    <dgm:cxn modelId="{167ED695-3688-4B6A-ABCC-2CE1505CE521}" srcId="{CEC3F877-4981-448E-8F4A-73626CAE293A}" destId="{7AD9085C-BFB2-4782-92CF-6F5038171468}" srcOrd="1" destOrd="0" parTransId="{AA36AFA8-AC1C-458E-8F87-E8E981CEA801}" sibTransId="{728A233A-A06D-4CAE-B9B5-2E364E704735}"/>
    <dgm:cxn modelId="{3C957498-B21B-4B44-A198-DC7EAE776A03}" type="presOf" srcId="{D1EA4129-E39C-4F3F-8D72-3684751B822F}" destId="{19F87433-F6E8-814A-99FF-FB97167A9748}" srcOrd="0" destOrd="0" presId="urn:microsoft.com/office/officeart/2005/8/layout/hierarchy3"/>
    <dgm:cxn modelId="{45B6649F-0B66-954A-96C3-A0597F4AAABB}" type="presOf" srcId="{CEC3F877-4981-448E-8F4A-73626CAE293A}" destId="{A09D4DEE-88AF-034B-8D20-ACF76BD3BF95}" srcOrd="0" destOrd="0" presId="urn:microsoft.com/office/officeart/2005/8/layout/hierarchy3"/>
    <dgm:cxn modelId="{387A4DD3-1799-5940-A83D-26000B0573F9}" type="presOf" srcId="{589A7BDD-FBD3-470F-A388-BB6266076624}" destId="{576F9A04-22C2-2F41-879F-CAD0C22E07F4}" srcOrd="0" destOrd="0" presId="urn:microsoft.com/office/officeart/2005/8/layout/hierarchy3"/>
    <dgm:cxn modelId="{4F2066E9-AB91-5D4A-982A-E29D83E6B1AC}" type="presOf" srcId="{D1EA4129-E39C-4F3F-8D72-3684751B822F}" destId="{F4F8B407-CA6D-4743-AFBA-0F76DF72CFF5}" srcOrd="1" destOrd="0" presId="urn:microsoft.com/office/officeart/2005/8/layout/hierarchy3"/>
    <dgm:cxn modelId="{0FE91D6D-13AB-534B-A136-687CA0EE9C76}" type="presParOf" srcId="{A09D4DEE-88AF-034B-8D20-ACF76BD3BF95}" destId="{52928D0B-1EED-134F-AAD7-F0EFD39AD4DE}" srcOrd="0" destOrd="0" presId="urn:microsoft.com/office/officeart/2005/8/layout/hierarchy3"/>
    <dgm:cxn modelId="{C746958B-33EF-344F-BB70-161BD8133DF2}" type="presParOf" srcId="{52928D0B-1EED-134F-AAD7-F0EFD39AD4DE}" destId="{ADCD6C6C-03DD-EE49-A70E-96110C09103D}" srcOrd="0" destOrd="0" presId="urn:microsoft.com/office/officeart/2005/8/layout/hierarchy3"/>
    <dgm:cxn modelId="{BDCFC5D2-A1E3-4443-B55A-56CCA9FF7E9D}" type="presParOf" srcId="{ADCD6C6C-03DD-EE49-A70E-96110C09103D}" destId="{19F87433-F6E8-814A-99FF-FB97167A9748}" srcOrd="0" destOrd="0" presId="urn:microsoft.com/office/officeart/2005/8/layout/hierarchy3"/>
    <dgm:cxn modelId="{234E506B-55D5-AB4E-951A-5F1ACB515935}" type="presParOf" srcId="{ADCD6C6C-03DD-EE49-A70E-96110C09103D}" destId="{F4F8B407-CA6D-4743-AFBA-0F76DF72CFF5}" srcOrd="1" destOrd="0" presId="urn:microsoft.com/office/officeart/2005/8/layout/hierarchy3"/>
    <dgm:cxn modelId="{812076C6-3098-6A46-97A1-34A6B41FC988}" type="presParOf" srcId="{52928D0B-1EED-134F-AAD7-F0EFD39AD4DE}" destId="{D2484400-E34F-5E40-AC87-97DE11D86679}" srcOrd="1" destOrd="0" presId="urn:microsoft.com/office/officeart/2005/8/layout/hierarchy3"/>
    <dgm:cxn modelId="{9082F866-AFC3-7B4E-81A6-DDEF489BDF4A}" type="presParOf" srcId="{A09D4DEE-88AF-034B-8D20-ACF76BD3BF95}" destId="{895C2696-4D85-C44E-819E-BECD2204EB12}" srcOrd="1" destOrd="0" presId="urn:microsoft.com/office/officeart/2005/8/layout/hierarchy3"/>
    <dgm:cxn modelId="{0C87D39B-6D8F-B748-A70E-2D7CE842486E}" type="presParOf" srcId="{895C2696-4D85-C44E-819E-BECD2204EB12}" destId="{5B01624E-8408-234F-A932-755C3F182B7B}" srcOrd="0" destOrd="0" presId="urn:microsoft.com/office/officeart/2005/8/layout/hierarchy3"/>
    <dgm:cxn modelId="{0B4486F9-303D-A349-8AAD-6EC570E0C04F}" type="presParOf" srcId="{5B01624E-8408-234F-A932-755C3F182B7B}" destId="{38C79F0F-96BC-8945-B402-0C0F0BA31AAE}" srcOrd="0" destOrd="0" presId="urn:microsoft.com/office/officeart/2005/8/layout/hierarchy3"/>
    <dgm:cxn modelId="{5C6CE056-FA8E-864F-97E0-8F0D215D8FC7}" type="presParOf" srcId="{5B01624E-8408-234F-A932-755C3F182B7B}" destId="{2C2CB363-BD16-654F-8CA4-67338B35AEE5}" srcOrd="1" destOrd="0" presId="urn:microsoft.com/office/officeart/2005/8/layout/hierarchy3"/>
    <dgm:cxn modelId="{D2175FBF-E3A8-9541-857A-591A2268D3BB}" type="presParOf" srcId="{895C2696-4D85-C44E-819E-BECD2204EB12}" destId="{796A053A-6F93-9740-BEE3-FE57BEB6531A}" srcOrd="1" destOrd="0" presId="urn:microsoft.com/office/officeart/2005/8/layout/hierarchy3"/>
    <dgm:cxn modelId="{D34E5BA2-8E8B-5F44-B534-2C2D65D8A6AE}" type="presParOf" srcId="{A09D4DEE-88AF-034B-8D20-ACF76BD3BF95}" destId="{C3CA202F-5FF5-E042-A65A-3C03BD619D46}" srcOrd="2" destOrd="0" presId="urn:microsoft.com/office/officeart/2005/8/layout/hierarchy3"/>
    <dgm:cxn modelId="{FA6C9133-946D-A243-BB06-9D66EE98A8C9}" type="presParOf" srcId="{C3CA202F-5FF5-E042-A65A-3C03BD619D46}" destId="{6D338F13-F68A-D34D-9EE9-3F904F13F18A}" srcOrd="0" destOrd="0" presId="urn:microsoft.com/office/officeart/2005/8/layout/hierarchy3"/>
    <dgm:cxn modelId="{C008F4A9-BC70-CD4C-8152-8FA2D5174470}" type="presParOf" srcId="{6D338F13-F68A-D34D-9EE9-3F904F13F18A}" destId="{576F9A04-22C2-2F41-879F-CAD0C22E07F4}" srcOrd="0" destOrd="0" presId="urn:microsoft.com/office/officeart/2005/8/layout/hierarchy3"/>
    <dgm:cxn modelId="{0113305E-2E28-4B4B-B04A-9EC15AFED0AC}" type="presParOf" srcId="{6D338F13-F68A-D34D-9EE9-3F904F13F18A}" destId="{482AE28B-C1FF-8143-851C-90BC3175610B}" srcOrd="1" destOrd="0" presId="urn:microsoft.com/office/officeart/2005/8/layout/hierarchy3"/>
    <dgm:cxn modelId="{25F037B9-9858-4945-A9A2-FC61F2207019}" type="presParOf" srcId="{C3CA202F-5FF5-E042-A65A-3C03BD619D46}" destId="{CE65C3E7-8BCC-D447-8A2F-2493B9FA00B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D08884-B669-4E26-9C19-3B1B6209179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A9E2CD-CF8C-40F3-B79E-5B316B303D7A}">
      <dgm:prSet/>
      <dgm:spPr/>
      <dgm:t>
        <a:bodyPr/>
        <a:lstStyle/>
        <a:p>
          <a:pPr>
            <a:defRPr b="1"/>
          </a:pPr>
          <a:r>
            <a:rPr lang="en-US"/>
            <a:t>Flask framework</a:t>
          </a:r>
        </a:p>
      </dgm:t>
    </dgm:pt>
    <dgm:pt modelId="{E4A117F3-53E6-4A97-A243-3D9C04B2BAAB}" type="parTrans" cxnId="{F81DB83B-E640-4AE4-96F2-A64BF42CD7DF}">
      <dgm:prSet/>
      <dgm:spPr/>
      <dgm:t>
        <a:bodyPr/>
        <a:lstStyle/>
        <a:p>
          <a:endParaRPr lang="en-US"/>
        </a:p>
      </dgm:t>
    </dgm:pt>
    <dgm:pt modelId="{98DFB9EF-6D07-4926-A066-71F7737F00AF}" type="sibTrans" cxnId="{F81DB83B-E640-4AE4-96F2-A64BF42CD7DF}">
      <dgm:prSet/>
      <dgm:spPr/>
      <dgm:t>
        <a:bodyPr/>
        <a:lstStyle/>
        <a:p>
          <a:endParaRPr lang="en-US"/>
        </a:p>
      </dgm:t>
    </dgm:pt>
    <dgm:pt modelId="{9473D292-3A9A-41BB-90C6-E67351CC771F}">
      <dgm:prSet/>
      <dgm:spPr/>
      <dgm:t>
        <a:bodyPr/>
        <a:lstStyle/>
        <a:p>
          <a:pPr>
            <a:defRPr b="1"/>
          </a:pPr>
          <a:r>
            <a:rPr lang="en-US"/>
            <a:t>JS front-end</a:t>
          </a:r>
        </a:p>
      </dgm:t>
    </dgm:pt>
    <dgm:pt modelId="{A2BAFE70-1753-4B98-9F2C-A1745C79313C}" type="parTrans" cxnId="{BC2CC7A3-4775-4A0F-B983-4C8BAB29D61A}">
      <dgm:prSet/>
      <dgm:spPr/>
      <dgm:t>
        <a:bodyPr/>
        <a:lstStyle/>
        <a:p>
          <a:endParaRPr lang="en-US"/>
        </a:p>
      </dgm:t>
    </dgm:pt>
    <dgm:pt modelId="{B76381A7-A9B2-4BB3-91A9-2F983DCA5405}" type="sibTrans" cxnId="{BC2CC7A3-4775-4A0F-B983-4C8BAB29D61A}">
      <dgm:prSet/>
      <dgm:spPr/>
      <dgm:t>
        <a:bodyPr/>
        <a:lstStyle/>
        <a:p>
          <a:endParaRPr lang="en-US"/>
        </a:p>
      </dgm:t>
    </dgm:pt>
    <dgm:pt modelId="{F947B24D-F6D0-4B51-94FC-5A41A35AD4E0}">
      <dgm:prSet/>
      <dgm:spPr/>
      <dgm:t>
        <a:bodyPr/>
        <a:lstStyle/>
        <a:p>
          <a:r>
            <a:rPr lang="en-US"/>
            <a:t>p5.js for image generation (p5 canvas)</a:t>
          </a:r>
        </a:p>
      </dgm:t>
    </dgm:pt>
    <dgm:pt modelId="{5592830F-4CDF-46A8-B943-D3A489478169}" type="parTrans" cxnId="{3529674C-EF75-4204-92F3-26967910ED3D}">
      <dgm:prSet/>
      <dgm:spPr/>
      <dgm:t>
        <a:bodyPr/>
        <a:lstStyle/>
        <a:p>
          <a:endParaRPr lang="en-US"/>
        </a:p>
      </dgm:t>
    </dgm:pt>
    <dgm:pt modelId="{87A3AF10-0BC1-4FE9-B748-B44D01EBC68C}" type="sibTrans" cxnId="{3529674C-EF75-4204-92F3-26967910ED3D}">
      <dgm:prSet/>
      <dgm:spPr/>
      <dgm:t>
        <a:bodyPr/>
        <a:lstStyle/>
        <a:p>
          <a:endParaRPr lang="en-US"/>
        </a:p>
      </dgm:t>
    </dgm:pt>
    <dgm:pt modelId="{14DEA789-DC60-4B80-AD44-9E871C250166}">
      <dgm:prSet/>
      <dgm:spPr/>
      <dgm:t>
        <a:bodyPr/>
        <a:lstStyle/>
        <a:p>
          <a:r>
            <a:rPr lang="en-US"/>
            <a:t>input methods (Speech-To-Text, text box)</a:t>
          </a:r>
        </a:p>
      </dgm:t>
    </dgm:pt>
    <dgm:pt modelId="{83583F84-336F-487F-AF55-59489644FB4B}" type="parTrans" cxnId="{FD82A105-9E97-4B3D-945B-00E832F3CEF4}">
      <dgm:prSet/>
      <dgm:spPr/>
      <dgm:t>
        <a:bodyPr/>
        <a:lstStyle/>
        <a:p>
          <a:endParaRPr lang="en-US"/>
        </a:p>
      </dgm:t>
    </dgm:pt>
    <dgm:pt modelId="{DCCDD980-78E2-4C9C-A50C-B99A96732A48}" type="sibTrans" cxnId="{FD82A105-9E97-4B3D-945B-00E832F3CEF4}">
      <dgm:prSet/>
      <dgm:spPr/>
      <dgm:t>
        <a:bodyPr/>
        <a:lstStyle/>
        <a:p>
          <a:endParaRPr lang="en-US"/>
        </a:p>
      </dgm:t>
    </dgm:pt>
    <dgm:pt modelId="{3D9D9A40-C15D-4A0B-9AC8-16A038E7BCA5}">
      <dgm:prSet/>
      <dgm:spPr/>
      <dgm:t>
        <a:bodyPr/>
        <a:lstStyle/>
        <a:p>
          <a:pPr>
            <a:defRPr b="1"/>
          </a:pPr>
          <a:r>
            <a:rPr lang="en-US"/>
            <a:t>Python backend</a:t>
          </a:r>
        </a:p>
      </dgm:t>
    </dgm:pt>
    <dgm:pt modelId="{176FF3F6-92B0-4648-BD6D-9BAF996B7626}" type="parTrans" cxnId="{0A03E6B2-D9EB-49BD-90F4-01419F771643}">
      <dgm:prSet/>
      <dgm:spPr/>
      <dgm:t>
        <a:bodyPr/>
        <a:lstStyle/>
        <a:p>
          <a:endParaRPr lang="en-US"/>
        </a:p>
      </dgm:t>
    </dgm:pt>
    <dgm:pt modelId="{39A0A987-70D2-4421-9D07-65B4F1B4B8B4}" type="sibTrans" cxnId="{0A03E6B2-D9EB-49BD-90F4-01419F771643}">
      <dgm:prSet/>
      <dgm:spPr/>
      <dgm:t>
        <a:bodyPr/>
        <a:lstStyle/>
        <a:p>
          <a:endParaRPr lang="en-US"/>
        </a:p>
      </dgm:t>
    </dgm:pt>
    <dgm:pt modelId="{581DF85B-B494-403B-8DAB-82C6E5153243}">
      <dgm:prSet/>
      <dgm:spPr/>
      <dgm:t>
        <a:bodyPr/>
        <a:lstStyle/>
        <a:p>
          <a:r>
            <a:rPr lang="en-US"/>
            <a:t>Transformer model for emotion analysis</a:t>
          </a:r>
        </a:p>
      </dgm:t>
    </dgm:pt>
    <dgm:pt modelId="{1B1AAA3D-FB5D-4DAA-8336-AC6BB582F37D}" type="parTrans" cxnId="{1D54488B-38C6-40BF-9A84-8D38A1EB5C1E}">
      <dgm:prSet/>
      <dgm:spPr/>
      <dgm:t>
        <a:bodyPr/>
        <a:lstStyle/>
        <a:p>
          <a:endParaRPr lang="en-US"/>
        </a:p>
      </dgm:t>
    </dgm:pt>
    <dgm:pt modelId="{CD369A1A-14BA-4B47-8CEE-9D54A5307BF3}" type="sibTrans" cxnId="{1D54488B-38C6-40BF-9A84-8D38A1EB5C1E}">
      <dgm:prSet/>
      <dgm:spPr/>
      <dgm:t>
        <a:bodyPr/>
        <a:lstStyle/>
        <a:p>
          <a:endParaRPr lang="en-US"/>
        </a:p>
      </dgm:t>
    </dgm:pt>
    <dgm:pt modelId="{D50BC0E5-0DF4-45CD-8242-BD3AEBBFCB76}">
      <dgm:prSet/>
      <dgm:spPr/>
      <dgm:t>
        <a:bodyPr/>
        <a:lstStyle/>
        <a:p>
          <a:r>
            <a:rPr lang="en-US"/>
            <a:t>OpenAI whisper library for Speech-to-text</a:t>
          </a:r>
        </a:p>
      </dgm:t>
    </dgm:pt>
    <dgm:pt modelId="{4E0128DC-8744-41C7-B133-45FC30A2974B}" type="parTrans" cxnId="{19C3D69F-8898-43B6-ADDB-9BC151CEEBF1}">
      <dgm:prSet/>
      <dgm:spPr/>
      <dgm:t>
        <a:bodyPr/>
        <a:lstStyle/>
        <a:p>
          <a:endParaRPr lang="en-US"/>
        </a:p>
      </dgm:t>
    </dgm:pt>
    <dgm:pt modelId="{86E2EB23-DDBB-4470-A1FC-5B75196F4C30}" type="sibTrans" cxnId="{19C3D69F-8898-43B6-ADDB-9BC151CEEBF1}">
      <dgm:prSet/>
      <dgm:spPr/>
      <dgm:t>
        <a:bodyPr/>
        <a:lstStyle/>
        <a:p>
          <a:endParaRPr lang="en-US"/>
        </a:p>
      </dgm:t>
    </dgm:pt>
    <dgm:pt modelId="{3CFBB315-FB8D-404D-AE5A-252398DFAC27}" type="pres">
      <dgm:prSet presAssocID="{43D08884-B669-4E26-9C19-3B1B62091795}" presName="root" presStyleCnt="0">
        <dgm:presLayoutVars>
          <dgm:dir/>
          <dgm:resizeHandles val="exact"/>
        </dgm:presLayoutVars>
      </dgm:prSet>
      <dgm:spPr/>
    </dgm:pt>
    <dgm:pt modelId="{9BDB4583-74E3-44FF-868F-B9036929460D}" type="pres">
      <dgm:prSet presAssocID="{3AA9E2CD-CF8C-40F3-B79E-5B316B303D7A}" presName="compNode" presStyleCnt="0"/>
      <dgm:spPr/>
    </dgm:pt>
    <dgm:pt modelId="{E8A51D72-A0F2-4A08-B67B-83142516B2B9}" type="pres">
      <dgm:prSet presAssocID="{3AA9E2CD-CF8C-40F3-B79E-5B316B303D7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D95AE7B-2DB9-4A41-A416-63AD075AEE09}" type="pres">
      <dgm:prSet presAssocID="{3AA9E2CD-CF8C-40F3-B79E-5B316B303D7A}" presName="iconSpace" presStyleCnt="0"/>
      <dgm:spPr/>
    </dgm:pt>
    <dgm:pt modelId="{3AB130EE-71C4-40DB-BD91-28E2FBD9DF38}" type="pres">
      <dgm:prSet presAssocID="{3AA9E2CD-CF8C-40F3-B79E-5B316B303D7A}" presName="parTx" presStyleLbl="revTx" presStyleIdx="0" presStyleCnt="6">
        <dgm:presLayoutVars>
          <dgm:chMax val="0"/>
          <dgm:chPref val="0"/>
        </dgm:presLayoutVars>
      </dgm:prSet>
      <dgm:spPr/>
    </dgm:pt>
    <dgm:pt modelId="{D9297913-B318-43F3-827F-7BEC8B8BFAFD}" type="pres">
      <dgm:prSet presAssocID="{3AA9E2CD-CF8C-40F3-B79E-5B316B303D7A}" presName="txSpace" presStyleCnt="0"/>
      <dgm:spPr/>
    </dgm:pt>
    <dgm:pt modelId="{1DF425A7-5D97-4DB3-B9BE-812FA0E337D8}" type="pres">
      <dgm:prSet presAssocID="{3AA9E2CD-CF8C-40F3-B79E-5B316B303D7A}" presName="desTx" presStyleLbl="revTx" presStyleIdx="1" presStyleCnt="6">
        <dgm:presLayoutVars/>
      </dgm:prSet>
      <dgm:spPr/>
    </dgm:pt>
    <dgm:pt modelId="{057AAA0B-1E68-4267-8C2D-9684584F7491}" type="pres">
      <dgm:prSet presAssocID="{98DFB9EF-6D07-4926-A066-71F7737F00AF}" presName="sibTrans" presStyleCnt="0"/>
      <dgm:spPr/>
    </dgm:pt>
    <dgm:pt modelId="{5FEC5B88-B327-4823-B205-84293EE8FD10}" type="pres">
      <dgm:prSet presAssocID="{9473D292-3A9A-41BB-90C6-E67351CC771F}" presName="compNode" presStyleCnt="0"/>
      <dgm:spPr/>
    </dgm:pt>
    <dgm:pt modelId="{5FDAB86C-4D49-43B6-B842-0950370133C5}" type="pres">
      <dgm:prSet presAssocID="{9473D292-3A9A-41BB-90C6-E67351CC771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"/>
        </a:ext>
      </dgm:extLst>
    </dgm:pt>
    <dgm:pt modelId="{F9361865-0D07-4544-B1AE-F758DA470C0B}" type="pres">
      <dgm:prSet presAssocID="{9473D292-3A9A-41BB-90C6-E67351CC771F}" presName="iconSpace" presStyleCnt="0"/>
      <dgm:spPr/>
    </dgm:pt>
    <dgm:pt modelId="{121D551E-0E26-40FA-80F5-F9A699235617}" type="pres">
      <dgm:prSet presAssocID="{9473D292-3A9A-41BB-90C6-E67351CC771F}" presName="parTx" presStyleLbl="revTx" presStyleIdx="2" presStyleCnt="6">
        <dgm:presLayoutVars>
          <dgm:chMax val="0"/>
          <dgm:chPref val="0"/>
        </dgm:presLayoutVars>
      </dgm:prSet>
      <dgm:spPr/>
    </dgm:pt>
    <dgm:pt modelId="{BD20BC42-9C6F-4C42-9F8E-3C7AAC02AA6F}" type="pres">
      <dgm:prSet presAssocID="{9473D292-3A9A-41BB-90C6-E67351CC771F}" presName="txSpace" presStyleCnt="0"/>
      <dgm:spPr/>
    </dgm:pt>
    <dgm:pt modelId="{2CA1B0A6-6A04-4451-AFF6-C43BCAB72D00}" type="pres">
      <dgm:prSet presAssocID="{9473D292-3A9A-41BB-90C6-E67351CC771F}" presName="desTx" presStyleLbl="revTx" presStyleIdx="3" presStyleCnt="6">
        <dgm:presLayoutVars/>
      </dgm:prSet>
      <dgm:spPr/>
    </dgm:pt>
    <dgm:pt modelId="{9A8D17A0-0DC9-4569-9C54-4E9219DC07BF}" type="pres">
      <dgm:prSet presAssocID="{B76381A7-A9B2-4BB3-91A9-2F983DCA5405}" presName="sibTrans" presStyleCnt="0"/>
      <dgm:spPr/>
    </dgm:pt>
    <dgm:pt modelId="{AE0CF0DA-1A33-4FC4-9067-7E8D16911DDF}" type="pres">
      <dgm:prSet presAssocID="{3D9D9A40-C15D-4A0B-9AC8-16A038E7BCA5}" presName="compNode" presStyleCnt="0"/>
      <dgm:spPr/>
    </dgm:pt>
    <dgm:pt modelId="{AA847270-D736-4B0E-8D7E-BAE162E9931C}" type="pres">
      <dgm:prSet presAssocID="{3D9D9A40-C15D-4A0B-9AC8-16A038E7BCA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6092856C-E41A-4197-9FF0-4E93CD4F1AAC}" type="pres">
      <dgm:prSet presAssocID="{3D9D9A40-C15D-4A0B-9AC8-16A038E7BCA5}" presName="iconSpace" presStyleCnt="0"/>
      <dgm:spPr/>
    </dgm:pt>
    <dgm:pt modelId="{3176BBA5-B6FE-45BB-B7CF-766B1199DEB5}" type="pres">
      <dgm:prSet presAssocID="{3D9D9A40-C15D-4A0B-9AC8-16A038E7BCA5}" presName="parTx" presStyleLbl="revTx" presStyleIdx="4" presStyleCnt="6">
        <dgm:presLayoutVars>
          <dgm:chMax val="0"/>
          <dgm:chPref val="0"/>
        </dgm:presLayoutVars>
      </dgm:prSet>
      <dgm:spPr/>
    </dgm:pt>
    <dgm:pt modelId="{749DEC8F-6B79-452D-99C0-7A07A53AF1D6}" type="pres">
      <dgm:prSet presAssocID="{3D9D9A40-C15D-4A0B-9AC8-16A038E7BCA5}" presName="txSpace" presStyleCnt="0"/>
      <dgm:spPr/>
    </dgm:pt>
    <dgm:pt modelId="{E29D4149-1101-46DC-A345-56202AF3839C}" type="pres">
      <dgm:prSet presAssocID="{3D9D9A40-C15D-4A0B-9AC8-16A038E7BCA5}" presName="desTx" presStyleLbl="revTx" presStyleIdx="5" presStyleCnt="6">
        <dgm:presLayoutVars/>
      </dgm:prSet>
      <dgm:spPr/>
    </dgm:pt>
  </dgm:ptLst>
  <dgm:cxnLst>
    <dgm:cxn modelId="{FD82A105-9E97-4B3D-945B-00E832F3CEF4}" srcId="{9473D292-3A9A-41BB-90C6-E67351CC771F}" destId="{14DEA789-DC60-4B80-AD44-9E871C250166}" srcOrd="1" destOrd="0" parTransId="{83583F84-336F-487F-AF55-59489644FB4B}" sibTransId="{DCCDD980-78E2-4C9C-A50C-B99A96732A48}"/>
    <dgm:cxn modelId="{F5DD183B-EDC1-469F-8666-C88A3CF19988}" type="presOf" srcId="{3AA9E2CD-CF8C-40F3-B79E-5B316B303D7A}" destId="{3AB130EE-71C4-40DB-BD91-28E2FBD9DF38}" srcOrd="0" destOrd="0" presId="urn:microsoft.com/office/officeart/2018/5/layout/CenteredIconLabelDescriptionList"/>
    <dgm:cxn modelId="{F81DB83B-E640-4AE4-96F2-A64BF42CD7DF}" srcId="{43D08884-B669-4E26-9C19-3B1B62091795}" destId="{3AA9E2CD-CF8C-40F3-B79E-5B316B303D7A}" srcOrd="0" destOrd="0" parTransId="{E4A117F3-53E6-4A97-A243-3D9C04B2BAAB}" sibTransId="{98DFB9EF-6D07-4926-A066-71F7737F00AF}"/>
    <dgm:cxn modelId="{3529674C-EF75-4204-92F3-26967910ED3D}" srcId="{9473D292-3A9A-41BB-90C6-E67351CC771F}" destId="{F947B24D-F6D0-4B51-94FC-5A41A35AD4E0}" srcOrd="0" destOrd="0" parTransId="{5592830F-4CDF-46A8-B943-D3A489478169}" sibTransId="{87A3AF10-0BC1-4FE9-B748-B44D01EBC68C}"/>
    <dgm:cxn modelId="{AE76E755-456A-4EEF-8CC9-2CB87819E577}" type="presOf" srcId="{F947B24D-F6D0-4B51-94FC-5A41A35AD4E0}" destId="{2CA1B0A6-6A04-4451-AFF6-C43BCAB72D00}" srcOrd="0" destOrd="0" presId="urn:microsoft.com/office/officeart/2018/5/layout/CenteredIconLabelDescriptionList"/>
    <dgm:cxn modelId="{2BF32359-F9D0-4855-B26C-C6E989E5E25F}" type="presOf" srcId="{3D9D9A40-C15D-4A0B-9AC8-16A038E7BCA5}" destId="{3176BBA5-B6FE-45BB-B7CF-766B1199DEB5}" srcOrd="0" destOrd="0" presId="urn:microsoft.com/office/officeart/2018/5/layout/CenteredIconLabelDescriptionList"/>
    <dgm:cxn modelId="{1D54488B-38C6-40BF-9A84-8D38A1EB5C1E}" srcId="{3D9D9A40-C15D-4A0B-9AC8-16A038E7BCA5}" destId="{581DF85B-B494-403B-8DAB-82C6E5153243}" srcOrd="0" destOrd="0" parTransId="{1B1AAA3D-FB5D-4DAA-8336-AC6BB582F37D}" sibTransId="{CD369A1A-14BA-4B47-8CEE-9D54A5307BF3}"/>
    <dgm:cxn modelId="{19C3D69F-8898-43B6-ADDB-9BC151CEEBF1}" srcId="{3D9D9A40-C15D-4A0B-9AC8-16A038E7BCA5}" destId="{D50BC0E5-0DF4-45CD-8242-BD3AEBBFCB76}" srcOrd="1" destOrd="0" parTransId="{4E0128DC-8744-41C7-B133-45FC30A2974B}" sibTransId="{86E2EB23-DDBB-4470-A1FC-5B75196F4C30}"/>
    <dgm:cxn modelId="{BC2CC7A3-4775-4A0F-B983-4C8BAB29D61A}" srcId="{43D08884-B669-4E26-9C19-3B1B62091795}" destId="{9473D292-3A9A-41BB-90C6-E67351CC771F}" srcOrd="1" destOrd="0" parTransId="{A2BAFE70-1753-4B98-9F2C-A1745C79313C}" sibTransId="{B76381A7-A9B2-4BB3-91A9-2F983DCA5405}"/>
    <dgm:cxn modelId="{0A03E6B2-D9EB-49BD-90F4-01419F771643}" srcId="{43D08884-B669-4E26-9C19-3B1B62091795}" destId="{3D9D9A40-C15D-4A0B-9AC8-16A038E7BCA5}" srcOrd="2" destOrd="0" parTransId="{176FF3F6-92B0-4648-BD6D-9BAF996B7626}" sibTransId="{39A0A987-70D2-4421-9D07-65B4F1B4B8B4}"/>
    <dgm:cxn modelId="{A95F6AD4-D43A-4140-849D-03A47AD307F5}" type="presOf" srcId="{581DF85B-B494-403B-8DAB-82C6E5153243}" destId="{E29D4149-1101-46DC-A345-56202AF3839C}" srcOrd="0" destOrd="0" presId="urn:microsoft.com/office/officeart/2018/5/layout/CenteredIconLabelDescriptionList"/>
    <dgm:cxn modelId="{D37E0FEC-ACD5-4B7F-8BA1-4E97E5245899}" type="presOf" srcId="{9473D292-3A9A-41BB-90C6-E67351CC771F}" destId="{121D551E-0E26-40FA-80F5-F9A699235617}" srcOrd="0" destOrd="0" presId="urn:microsoft.com/office/officeart/2018/5/layout/CenteredIconLabelDescriptionList"/>
    <dgm:cxn modelId="{D3EB7CEC-CA12-4627-8117-99481537C6E0}" type="presOf" srcId="{14DEA789-DC60-4B80-AD44-9E871C250166}" destId="{2CA1B0A6-6A04-4451-AFF6-C43BCAB72D00}" srcOrd="0" destOrd="1" presId="urn:microsoft.com/office/officeart/2018/5/layout/CenteredIconLabelDescriptionList"/>
    <dgm:cxn modelId="{F977AEF0-5749-46EF-AE84-0F72BEECB1C9}" type="presOf" srcId="{D50BC0E5-0DF4-45CD-8242-BD3AEBBFCB76}" destId="{E29D4149-1101-46DC-A345-56202AF3839C}" srcOrd="0" destOrd="1" presId="urn:microsoft.com/office/officeart/2018/5/layout/CenteredIconLabelDescriptionList"/>
    <dgm:cxn modelId="{C46711F1-9E06-4923-9721-7B2907316014}" type="presOf" srcId="{43D08884-B669-4E26-9C19-3B1B62091795}" destId="{3CFBB315-FB8D-404D-AE5A-252398DFAC27}" srcOrd="0" destOrd="0" presId="urn:microsoft.com/office/officeart/2018/5/layout/CenteredIconLabelDescriptionList"/>
    <dgm:cxn modelId="{B9A5A7E4-A0AF-4B0C-A037-C31CECEAA5EC}" type="presParOf" srcId="{3CFBB315-FB8D-404D-AE5A-252398DFAC27}" destId="{9BDB4583-74E3-44FF-868F-B9036929460D}" srcOrd="0" destOrd="0" presId="urn:microsoft.com/office/officeart/2018/5/layout/CenteredIconLabelDescriptionList"/>
    <dgm:cxn modelId="{FC582CF0-2E11-4803-AD66-6631DBB1C0F4}" type="presParOf" srcId="{9BDB4583-74E3-44FF-868F-B9036929460D}" destId="{E8A51D72-A0F2-4A08-B67B-83142516B2B9}" srcOrd="0" destOrd="0" presId="urn:microsoft.com/office/officeart/2018/5/layout/CenteredIconLabelDescriptionList"/>
    <dgm:cxn modelId="{9FB1E49E-C8C2-4A9C-A081-D2FE02AF167F}" type="presParOf" srcId="{9BDB4583-74E3-44FF-868F-B9036929460D}" destId="{BD95AE7B-2DB9-4A41-A416-63AD075AEE09}" srcOrd="1" destOrd="0" presId="urn:microsoft.com/office/officeart/2018/5/layout/CenteredIconLabelDescriptionList"/>
    <dgm:cxn modelId="{56AA4691-6BFE-4662-B13D-54D750C6B0B6}" type="presParOf" srcId="{9BDB4583-74E3-44FF-868F-B9036929460D}" destId="{3AB130EE-71C4-40DB-BD91-28E2FBD9DF38}" srcOrd="2" destOrd="0" presId="urn:microsoft.com/office/officeart/2018/5/layout/CenteredIconLabelDescriptionList"/>
    <dgm:cxn modelId="{4CAC0145-B20B-4E8A-89F0-31E64324E17C}" type="presParOf" srcId="{9BDB4583-74E3-44FF-868F-B9036929460D}" destId="{D9297913-B318-43F3-827F-7BEC8B8BFAFD}" srcOrd="3" destOrd="0" presId="urn:microsoft.com/office/officeart/2018/5/layout/CenteredIconLabelDescriptionList"/>
    <dgm:cxn modelId="{152A6970-1735-468E-9FB7-EDD328D1C91E}" type="presParOf" srcId="{9BDB4583-74E3-44FF-868F-B9036929460D}" destId="{1DF425A7-5D97-4DB3-B9BE-812FA0E337D8}" srcOrd="4" destOrd="0" presId="urn:microsoft.com/office/officeart/2018/5/layout/CenteredIconLabelDescriptionList"/>
    <dgm:cxn modelId="{8D98CDA8-32A9-4238-92C9-A4B996EF83DE}" type="presParOf" srcId="{3CFBB315-FB8D-404D-AE5A-252398DFAC27}" destId="{057AAA0B-1E68-4267-8C2D-9684584F7491}" srcOrd="1" destOrd="0" presId="urn:microsoft.com/office/officeart/2018/5/layout/CenteredIconLabelDescriptionList"/>
    <dgm:cxn modelId="{C72C8CB2-31EE-4DEF-9710-FE8044C05F6A}" type="presParOf" srcId="{3CFBB315-FB8D-404D-AE5A-252398DFAC27}" destId="{5FEC5B88-B327-4823-B205-84293EE8FD10}" srcOrd="2" destOrd="0" presId="urn:microsoft.com/office/officeart/2018/5/layout/CenteredIconLabelDescriptionList"/>
    <dgm:cxn modelId="{C7FA0453-E973-476A-A8EB-0081496D021C}" type="presParOf" srcId="{5FEC5B88-B327-4823-B205-84293EE8FD10}" destId="{5FDAB86C-4D49-43B6-B842-0950370133C5}" srcOrd="0" destOrd="0" presId="urn:microsoft.com/office/officeart/2018/5/layout/CenteredIconLabelDescriptionList"/>
    <dgm:cxn modelId="{CF023508-55F1-4DD9-A12F-0076EA9493B5}" type="presParOf" srcId="{5FEC5B88-B327-4823-B205-84293EE8FD10}" destId="{F9361865-0D07-4544-B1AE-F758DA470C0B}" srcOrd="1" destOrd="0" presId="urn:microsoft.com/office/officeart/2018/5/layout/CenteredIconLabelDescriptionList"/>
    <dgm:cxn modelId="{9D366C9F-FC68-4430-AC47-2D481F9384D9}" type="presParOf" srcId="{5FEC5B88-B327-4823-B205-84293EE8FD10}" destId="{121D551E-0E26-40FA-80F5-F9A699235617}" srcOrd="2" destOrd="0" presId="urn:microsoft.com/office/officeart/2018/5/layout/CenteredIconLabelDescriptionList"/>
    <dgm:cxn modelId="{D7BD6D0B-2FA6-45D6-A9B6-0040B74F9781}" type="presParOf" srcId="{5FEC5B88-B327-4823-B205-84293EE8FD10}" destId="{BD20BC42-9C6F-4C42-9F8E-3C7AAC02AA6F}" srcOrd="3" destOrd="0" presId="urn:microsoft.com/office/officeart/2018/5/layout/CenteredIconLabelDescriptionList"/>
    <dgm:cxn modelId="{0698181C-829D-4F50-97A3-6B59FDB9668C}" type="presParOf" srcId="{5FEC5B88-B327-4823-B205-84293EE8FD10}" destId="{2CA1B0A6-6A04-4451-AFF6-C43BCAB72D00}" srcOrd="4" destOrd="0" presId="urn:microsoft.com/office/officeart/2018/5/layout/CenteredIconLabelDescriptionList"/>
    <dgm:cxn modelId="{64478ABC-F5D1-4B87-833A-4E8956FAC0E9}" type="presParOf" srcId="{3CFBB315-FB8D-404D-AE5A-252398DFAC27}" destId="{9A8D17A0-0DC9-4569-9C54-4E9219DC07BF}" srcOrd="3" destOrd="0" presId="urn:microsoft.com/office/officeart/2018/5/layout/CenteredIconLabelDescriptionList"/>
    <dgm:cxn modelId="{F178AB22-6B18-444B-8399-129590CC9FA1}" type="presParOf" srcId="{3CFBB315-FB8D-404D-AE5A-252398DFAC27}" destId="{AE0CF0DA-1A33-4FC4-9067-7E8D16911DDF}" srcOrd="4" destOrd="0" presId="urn:microsoft.com/office/officeart/2018/5/layout/CenteredIconLabelDescriptionList"/>
    <dgm:cxn modelId="{D4DE0DB3-963C-44C0-AEC9-B455D3B68A48}" type="presParOf" srcId="{AE0CF0DA-1A33-4FC4-9067-7E8D16911DDF}" destId="{AA847270-D736-4B0E-8D7E-BAE162E9931C}" srcOrd="0" destOrd="0" presId="urn:microsoft.com/office/officeart/2018/5/layout/CenteredIconLabelDescriptionList"/>
    <dgm:cxn modelId="{9503D57E-3FCC-4EB3-87FD-599EEC7B2F33}" type="presParOf" srcId="{AE0CF0DA-1A33-4FC4-9067-7E8D16911DDF}" destId="{6092856C-E41A-4197-9FF0-4E93CD4F1AAC}" srcOrd="1" destOrd="0" presId="urn:microsoft.com/office/officeart/2018/5/layout/CenteredIconLabelDescriptionList"/>
    <dgm:cxn modelId="{E8D07A91-1E97-4AD4-9EC5-2555F671F03E}" type="presParOf" srcId="{AE0CF0DA-1A33-4FC4-9067-7E8D16911DDF}" destId="{3176BBA5-B6FE-45BB-B7CF-766B1199DEB5}" srcOrd="2" destOrd="0" presId="urn:microsoft.com/office/officeart/2018/5/layout/CenteredIconLabelDescriptionList"/>
    <dgm:cxn modelId="{DFB07FA8-BA48-498D-8755-0232B4F6C414}" type="presParOf" srcId="{AE0CF0DA-1A33-4FC4-9067-7E8D16911DDF}" destId="{749DEC8F-6B79-452D-99C0-7A07A53AF1D6}" srcOrd="3" destOrd="0" presId="urn:microsoft.com/office/officeart/2018/5/layout/CenteredIconLabelDescriptionList"/>
    <dgm:cxn modelId="{ADCCE780-6BC0-4CB0-88F2-F32350089223}" type="presParOf" srcId="{AE0CF0DA-1A33-4FC4-9067-7E8D16911DDF}" destId="{E29D4149-1101-46DC-A345-56202AF3839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CFC048-09A3-4315-A30C-382A25F2DB9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009791-0543-4D74-916C-737BC201DDE2}">
      <dgm:prSet/>
      <dgm:spPr/>
      <dgm:t>
        <a:bodyPr/>
        <a:lstStyle/>
        <a:p>
          <a:r>
            <a:rPr lang="en-US"/>
            <a:t>Database</a:t>
          </a:r>
        </a:p>
      </dgm:t>
    </dgm:pt>
    <dgm:pt modelId="{DE47F8F5-D0DE-4D4D-9F79-B52F8C3147BE}" type="parTrans" cxnId="{78F29E02-11E0-4D1B-9D21-C0452694753D}">
      <dgm:prSet/>
      <dgm:spPr/>
      <dgm:t>
        <a:bodyPr/>
        <a:lstStyle/>
        <a:p>
          <a:endParaRPr lang="en-US"/>
        </a:p>
      </dgm:t>
    </dgm:pt>
    <dgm:pt modelId="{101A16C5-65BA-4FF4-9CDB-A67F6DE27CB6}" type="sibTrans" cxnId="{78F29E02-11E0-4D1B-9D21-C0452694753D}">
      <dgm:prSet/>
      <dgm:spPr/>
      <dgm:t>
        <a:bodyPr/>
        <a:lstStyle/>
        <a:p>
          <a:endParaRPr lang="en-US"/>
        </a:p>
      </dgm:t>
    </dgm:pt>
    <dgm:pt modelId="{35551183-82A1-4199-B8DA-420D99DB4CF5}">
      <dgm:prSet/>
      <dgm:spPr/>
      <dgm:t>
        <a:bodyPr/>
        <a:lstStyle/>
        <a:p>
          <a:r>
            <a:rPr lang="en-US"/>
            <a:t>save images</a:t>
          </a:r>
        </a:p>
      </dgm:t>
    </dgm:pt>
    <dgm:pt modelId="{F5CCBE8B-39DF-455B-9079-D99D27C8913B}" type="parTrans" cxnId="{3BA2F600-49EF-4550-8F53-397685C9BAB5}">
      <dgm:prSet/>
      <dgm:spPr/>
      <dgm:t>
        <a:bodyPr/>
        <a:lstStyle/>
        <a:p>
          <a:endParaRPr lang="en-US"/>
        </a:p>
      </dgm:t>
    </dgm:pt>
    <dgm:pt modelId="{AF41762C-B392-47B3-8473-A26F2383838A}" type="sibTrans" cxnId="{3BA2F600-49EF-4550-8F53-397685C9BAB5}">
      <dgm:prSet/>
      <dgm:spPr/>
      <dgm:t>
        <a:bodyPr/>
        <a:lstStyle/>
        <a:p>
          <a:endParaRPr lang="en-US"/>
        </a:p>
      </dgm:t>
    </dgm:pt>
    <dgm:pt modelId="{04C163CA-EDC1-4EC1-AEEB-31A7FA9F2483}">
      <dgm:prSet/>
      <dgm:spPr/>
      <dgm:t>
        <a:bodyPr/>
        <a:lstStyle/>
        <a:p>
          <a:r>
            <a:rPr lang="en-US"/>
            <a:t>save input strings</a:t>
          </a:r>
        </a:p>
      </dgm:t>
    </dgm:pt>
    <dgm:pt modelId="{B41A70A2-9518-4297-B2FD-CFDF43578622}" type="parTrans" cxnId="{34E2B5FC-95A3-4408-9637-7BD53BA94443}">
      <dgm:prSet/>
      <dgm:spPr/>
      <dgm:t>
        <a:bodyPr/>
        <a:lstStyle/>
        <a:p>
          <a:endParaRPr lang="en-US"/>
        </a:p>
      </dgm:t>
    </dgm:pt>
    <dgm:pt modelId="{5DD8B041-8275-4F45-B75D-837971B5C795}" type="sibTrans" cxnId="{34E2B5FC-95A3-4408-9637-7BD53BA94443}">
      <dgm:prSet/>
      <dgm:spPr/>
      <dgm:t>
        <a:bodyPr/>
        <a:lstStyle/>
        <a:p>
          <a:endParaRPr lang="en-US"/>
        </a:p>
      </dgm:t>
    </dgm:pt>
    <dgm:pt modelId="{C19650F6-1D18-4C18-B296-7A9800E7D522}">
      <dgm:prSet/>
      <dgm:spPr/>
      <dgm:t>
        <a:bodyPr/>
        <a:lstStyle/>
        <a:p>
          <a:r>
            <a:rPr lang="en-US"/>
            <a:t>Generate multiple images</a:t>
          </a:r>
        </a:p>
      </dgm:t>
    </dgm:pt>
    <dgm:pt modelId="{B5469256-7B41-4378-BAAC-ECE12C8317A4}" type="parTrans" cxnId="{4EF35C86-1CA0-4685-8684-884A43DACB64}">
      <dgm:prSet/>
      <dgm:spPr/>
      <dgm:t>
        <a:bodyPr/>
        <a:lstStyle/>
        <a:p>
          <a:endParaRPr lang="en-US"/>
        </a:p>
      </dgm:t>
    </dgm:pt>
    <dgm:pt modelId="{59622BD0-9684-483B-9061-6D98597B2E49}" type="sibTrans" cxnId="{4EF35C86-1CA0-4685-8684-884A43DACB64}">
      <dgm:prSet/>
      <dgm:spPr/>
      <dgm:t>
        <a:bodyPr/>
        <a:lstStyle/>
        <a:p>
          <a:endParaRPr lang="en-US"/>
        </a:p>
      </dgm:t>
    </dgm:pt>
    <dgm:pt modelId="{6AB1EEED-4181-47EF-ACAF-5772DD5C77FF}">
      <dgm:prSet/>
      <dgm:spPr/>
      <dgm:t>
        <a:bodyPr/>
        <a:lstStyle/>
        <a:p>
          <a:r>
            <a:rPr lang="en-US"/>
            <a:t>tinker with the parameters so that different images are 	created</a:t>
          </a:r>
        </a:p>
      </dgm:t>
    </dgm:pt>
    <dgm:pt modelId="{785CA386-C4BD-413C-A66D-D21CF22C64A1}" type="parTrans" cxnId="{A9BE6041-BD9D-4D73-AAAD-B43B6141553C}">
      <dgm:prSet/>
      <dgm:spPr/>
      <dgm:t>
        <a:bodyPr/>
        <a:lstStyle/>
        <a:p>
          <a:endParaRPr lang="en-US"/>
        </a:p>
      </dgm:t>
    </dgm:pt>
    <dgm:pt modelId="{0ACD3065-18F3-4D13-83B2-5CF119DA9C84}" type="sibTrans" cxnId="{A9BE6041-BD9D-4D73-AAAD-B43B6141553C}">
      <dgm:prSet/>
      <dgm:spPr/>
      <dgm:t>
        <a:bodyPr/>
        <a:lstStyle/>
        <a:p>
          <a:endParaRPr lang="en-US"/>
        </a:p>
      </dgm:t>
    </dgm:pt>
    <dgm:pt modelId="{42DB5BD1-08BF-4C5C-A485-41621846467F}">
      <dgm:prSet/>
      <dgm:spPr/>
      <dgm:t>
        <a:bodyPr/>
        <a:lstStyle/>
        <a:p>
          <a:r>
            <a:rPr lang="en-US"/>
            <a:t>Gallery section to view previous work</a:t>
          </a:r>
        </a:p>
      </dgm:t>
    </dgm:pt>
    <dgm:pt modelId="{E1A0546F-8329-457A-BB25-790CF78787F7}" type="parTrans" cxnId="{1814BDD0-B421-4A09-9EEE-6B966B3A34E9}">
      <dgm:prSet/>
      <dgm:spPr/>
      <dgm:t>
        <a:bodyPr/>
        <a:lstStyle/>
        <a:p>
          <a:endParaRPr lang="en-US"/>
        </a:p>
      </dgm:t>
    </dgm:pt>
    <dgm:pt modelId="{8B552E9A-B039-4837-85CF-BAD5C862EA36}" type="sibTrans" cxnId="{1814BDD0-B421-4A09-9EEE-6B966B3A34E9}">
      <dgm:prSet/>
      <dgm:spPr/>
      <dgm:t>
        <a:bodyPr/>
        <a:lstStyle/>
        <a:p>
          <a:endParaRPr lang="en-US"/>
        </a:p>
      </dgm:t>
    </dgm:pt>
    <dgm:pt modelId="{5395D68B-1D2C-1645-BA31-ACB652655A46}" type="pres">
      <dgm:prSet presAssocID="{2BCFC048-09A3-4315-A30C-382A25F2DB95}" presName="linear" presStyleCnt="0">
        <dgm:presLayoutVars>
          <dgm:animLvl val="lvl"/>
          <dgm:resizeHandles val="exact"/>
        </dgm:presLayoutVars>
      </dgm:prSet>
      <dgm:spPr/>
    </dgm:pt>
    <dgm:pt modelId="{059C6F0D-50F1-A942-9EDB-9B9E4EF8349F}" type="pres">
      <dgm:prSet presAssocID="{98009791-0543-4D74-916C-737BC201DD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2CDD4D-2489-6448-9B8F-6AE2FB04DA9F}" type="pres">
      <dgm:prSet presAssocID="{98009791-0543-4D74-916C-737BC201DDE2}" presName="childText" presStyleLbl="revTx" presStyleIdx="0" presStyleCnt="2">
        <dgm:presLayoutVars>
          <dgm:bulletEnabled val="1"/>
        </dgm:presLayoutVars>
      </dgm:prSet>
      <dgm:spPr/>
    </dgm:pt>
    <dgm:pt modelId="{1831C39E-FFEE-974B-9507-CA12D53500A2}" type="pres">
      <dgm:prSet presAssocID="{C19650F6-1D18-4C18-B296-7A9800E7D5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C2F9F2-66D2-D24F-9028-BD2AC0695D85}" type="pres">
      <dgm:prSet presAssocID="{C19650F6-1D18-4C18-B296-7A9800E7D522}" presName="childText" presStyleLbl="revTx" presStyleIdx="1" presStyleCnt="2">
        <dgm:presLayoutVars>
          <dgm:bulletEnabled val="1"/>
        </dgm:presLayoutVars>
      </dgm:prSet>
      <dgm:spPr/>
    </dgm:pt>
    <dgm:pt modelId="{B70E0B9E-AD33-9C41-A549-1EB1431FAD8A}" type="pres">
      <dgm:prSet presAssocID="{42DB5BD1-08BF-4C5C-A485-41621846467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A58900-0E94-2E48-81DE-5E7E2E726EB4}" type="presOf" srcId="{2BCFC048-09A3-4315-A30C-382A25F2DB95}" destId="{5395D68B-1D2C-1645-BA31-ACB652655A46}" srcOrd="0" destOrd="0" presId="urn:microsoft.com/office/officeart/2005/8/layout/vList2"/>
    <dgm:cxn modelId="{3BA2F600-49EF-4550-8F53-397685C9BAB5}" srcId="{98009791-0543-4D74-916C-737BC201DDE2}" destId="{35551183-82A1-4199-B8DA-420D99DB4CF5}" srcOrd="0" destOrd="0" parTransId="{F5CCBE8B-39DF-455B-9079-D99D27C8913B}" sibTransId="{AF41762C-B392-47B3-8473-A26F2383838A}"/>
    <dgm:cxn modelId="{78F29E02-11E0-4D1B-9D21-C0452694753D}" srcId="{2BCFC048-09A3-4315-A30C-382A25F2DB95}" destId="{98009791-0543-4D74-916C-737BC201DDE2}" srcOrd="0" destOrd="0" parTransId="{DE47F8F5-D0DE-4D4D-9F79-B52F8C3147BE}" sibTransId="{101A16C5-65BA-4FF4-9CDB-A67F6DE27CB6}"/>
    <dgm:cxn modelId="{FBD89A40-2EBC-6D41-9D14-D4779A347994}" type="presOf" srcId="{C19650F6-1D18-4C18-B296-7A9800E7D522}" destId="{1831C39E-FFEE-974B-9507-CA12D53500A2}" srcOrd="0" destOrd="0" presId="urn:microsoft.com/office/officeart/2005/8/layout/vList2"/>
    <dgm:cxn modelId="{A9BE6041-BD9D-4D73-AAAD-B43B6141553C}" srcId="{C19650F6-1D18-4C18-B296-7A9800E7D522}" destId="{6AB1EEED-4181-47EF-ACAF-5772DD5C77FF}" srcOrd="0" destOrd="0" parTransId="{785CA386-C4BD-413C-A66D-D21CF22C64A1}" sibTransId="{0ACD3065-18F3-4D13-83B2-5CF119DA9C84}"/>
    <dgm:cxn modelId="{C8B5B241-0CFD-8E46-B604-68190C31949F}" type="presOf" srcId="{42DB5BD1-08BF-4C5C-A485-41621846467F}" destId="{B70E0B9E-AD33-9C41-A549-1EB1431FAD8A}" srcOrd="0" destOrd="0" presId="urn:microsoft.com/office/officeart/2005/8/layout/vList2"/>
    <dgm:cxn modelId="{E21D3E54-ED4B-824B-B7C7-7B7BA9A31AEE}" type="presOf" srcId="{6AB1EEED-4181-47EF-ACAF-5772DD5C77FF}" destId="{14C2F9F2-66D2-D24F-9028-BD2AC0695D85}" srcOrd="0" destOrd="0" presId="urn:microsoft.com/office/officeart/2005/8/layout/vList2"/>
    <dgm:cxn modelId="{A219106A-65FC-9942-8007-1DE2AE632F73}" type="presOf" srcId="{35551183-82A1-4199-B8DA-420D99DB4CF5}" destId="{052CDD4D-2489-6448-9B8F-6AE2FB04DA9F}" srcOrd="0" destOrd="0" presId="urn:microsoft.com/office/officeart/2005/8/layout/vList2"/>
    <dgm:cxn modelId="{4EF35C86-1CA0-4685-8684-884A43DACB64}" srcId="{2BCFC048-09A3-4315-A30C-382A25F2DB95}" destId="{C19650F6-1D18-4C18-B296-7A9800E7D522}" srcOrd="1" destOrd="0" parTransId="{B5469256-7B41-4378-BAAC-ECE12C8317A4}" sibTransId="{59622BD0-9684-483B-9061-6D98597B2E49}"/>
    <dgm:cxn modelId="{5120AE8B-CC6C-2A43-A8BF-505ADDA9482F}" type="presOf" srcId="{04C163CA-EDC1-4EC1-AEEB-31A7FA9F2483}" destId="{052CDD4D-2489-6448-9B8F-6AE2FB04DA9F}" srcOrd="0" destOrd="1" presId="urn:microsoft.com/office/officeart/2005/8/layout/vList2"/>
    <dgm:cxn modelId="{1814BDD0-B421-4A09-9EEE-6B966B3A34E9}" srcId="{2BCFC048-09A3-4315-A30C-382A25F2DB95}" destId="{42DB5BD1-08BF-4C5C-A485-41621846467F}" srcOrd="2" destOrd="0" parTransId="{E1A0546F-8329-457A-BB25-790CF78787F7}" sibTransId="{8B552E9A-B039-4837-85CF-BAD5C862EA36}"/>
    <dgm:cxn modelId="{8D1AD4F7-9562-D04A-B50B-2209A3B048BD}" type="presOf" srcId="{98009791-0543-4D74-916C-737BC201DDE2}" destId="{059C6F0D-50F1-A942-9EDB-9B9E4EF8349F}" srcOrd="0" destOrd="0" presId="urn:microsoft.com/office/officeart/2005/8/layout/vList2"/>
    <dgm:cxn modelId="{34E2B5FC-95A3-4408-9637-7BD53BA94443}" srcId="{98009791-0543-4D74-916C-737BC201DDE2}" destId="{04C163CA-EDC1-4EC1-AEEB-31A7FA9F2483}" srcOrd="1" destOrd="0" parTransId="{B41A70A2-9518-4297-B2FD-CFDF43578622}" sibTransId="{5DD8B041-8275-4F45-B75D-837971B5C795}"/>
    <dgm:cxn modelId="{8FCB8565-A006-024A-BE18-E8C186C4A435}" type="presParOf" srcId="{5395D68B-1D2C-1645-BA31-ACB652655A46}" destId="{059C6F0D-50F1-A942-9EDB-9B9E4EF8349F}" srcOrd="0" destOrd="0" presId="urn:microsoft.com/office/officeart/2005/8/layout/vList2"/>
    <dgm:cxn modelId="{D706F2F7-66B4-324E-BA93-AC455E1E94A8}" type="presParOf" srcId="{5395D68B-1D2C-1645-BA31-ACB652655A46}" destId="{052CDD4D-2489-6448-9B8F-6AE2FB04DA9F}" srcOrd="1" destOrd="0" presId="urn:microsoft.com/office/officeart/2005/8/layout/vList2"/>
    <dgm:cxn modelId="{B45EBA55-E522-0F45-99C7-DC3ED6DE285C}" type="presParOf" srcId="{5395D68B-1D2C-1645-BA31-ACB652655A46}" destId="{1831C39E-FFEE-974B-9507-CA12D53500A2}" srcOrd="2" destOrd="0" presId="urn:microsoft.com/office/officeart/2005/8/layout/vList2"/>
    <dgm:cxn modelId="{997E38B9-188B-C144-B4B1-44C6868536E8}" type="presParOf" srcId="{5395D68B-1D2C-1645-BA31-ACB652655A46}" destId="{14C2F9F2-66D2-D24F-9028-BD2AC0695D85}" srcOrd="3" destOrd="0" presId="urn:microsoft.com/office/officeart/2005/8/layout/vList2"/>
    <dgm:cxn modelId="{E36A598E-4719-1642-99D0-280477DF5861}" type="presParOf" srcId="{5395D68B-1D2C-1645-BA31-ACB652655A46}" destId="{B70E0B9E-AD33-9C41-A549-1EB1431FAD8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D9E052-4685-4C78-83E0-5E9AC7173EA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6AC8C6-4DBF-40A7-AAE1-5C822C03F937}">
      <dgm:prSet/>
      <dgm:spPr/>
      <dgm:t>
        <a:bodyPr/>
        <a:lstStyle/>
        <a:p>
          <a:r>
            <a:rPr lang="en-US"/>
            <a:t>Front end</a:t>
          </a:r>
        </a:p>
      </dgm:t>
    </dgm:pt>
    <dgm:pt modelId="{8CD1C8BA-F0B0-4671-8DD8-D749928FA063}" type="parTrans" cxnId="{AC13A5CB-E2C3-4825-8172-91F74867ED88}">
      <dgm:prSet/>
      <dgm:spPr/>
      <dgm:t>
        <a:bodyPr/>
        <a:lstStyle/>
        <a:p>
          <a:endParaRPr lang="en-US"/>
        </a:p>
      </dgm:t>
    </dgm:pt>
    <dgm:pt modelId="{2D1DF3F5-0281-4C79-8FCF-0C6B13863D5A}" type="sibTrans" cxnId="{AC13A5CB-E2C3-4825-8172-91F74867ED88}">
      <dgm:prSet/>
      <dgm:spPr/>
      <dgm:t>
        <a:bodyPr/>
        <a:lstStyle/>
        <a:p>
          <a:endParaRPr lang="en-US"/>
        </a:p>
      </dgm:t>
    </dgm:pt>
    <dgm:pt modelId="{4472225B-E6C4-422C-9447-FE15CD3C1EE5}">
      <dgm:prSet/>
      <dgm:spPr/>
      <dgm:t>
        <a:bodyPr/>
        <a:lstStyle/>
        <a:p>
          <a:r>
            <a:rPr lang="en-US"/>
            <a:t>user friendly interface</a:t>
          </a:r>
        </a:p>
      </dgm:t>
    </dgm:pt>
    <dgm:pt modelId="{36143BB9-3B33-413D-A155-3B36E5E3F378}" type="parTrans" cxnId="{F704B698-5E87-48F8-9E4B-F118CDE42FCA}">
      <dgm:prSet/>
      <dgm:spPr/>
      <dgm:t>
        <a:bodyPr/>
        <a:lstStyle/>
        <a:p>
          <a:endParaRPr lang="en-US"/>
        </a:p>
      </dgm:t>
    </dgm:pt>
    <dgm:pt modelId="{E369C232-B20A-48AC-82EF-E36F00BB4BF4}" type="sibTrans" cxnId="{F704B698-5E87-48F8-9E4B-F118CDE42FCA}">
      <dgm:prSet/>
      <dgm:spPr/>
      <dgm:t>
        <a:bodyPr/>
        <a:lstStyle/>
        <a:p>
          <a:endParaRPr lang="en-US"/>
        </a:p>
      </dgm:t>
    </dgm:pt>
    <dgm:pt modelId="{102C9B58-23A1-4E68-A4D4-06F3899F0B8B}">
      <dgm:prSet/>
      <dgm:spPr/>
      <dgm:t>
        <a:bodyPr/>
        <a:lstStyle/>
        <a:p>
          <a:r>
            <a:rPr lang="en-US"/>
            <a:t>text input box</a:t>
          </a:r>
        </a:p>
      </dgm:t>
    </dgm:pt>
    <dgm:pt modelId="{42D5CCEE-252A-4BEE-BA27-095C03314B81}" type="parTrans" cxnId="{6F9AF3B1-3485-411C-A4CC-D99FBA996A7C}">
      <dgm:prSet/>
      <dgm:spPr/>
      <dgm:t>
        <a:bodyPr/>
        <a:lstStyle/>
        <a:p>
          <a:endParaRPr lang="en-US"/>
        </a:p>
      </dgm:t>
    </dgm:pt>
    <dgm:pt modelId="{310BB600-C5B4-494F-8753-8736EFA0E5C4}" type="sibTrans" cxnId="{6F9AF3B1-3485-411C-A4CC-D99FBA996A7C}">
      <dgm:prSet/>
      <dgm:spPr/>
      <dgm:t>
        <a:bodyPr/>
        <a:lstStyle/>
        <a:p>
          <a:endParaRPr lang="en-US"/>
        </a:p>
      </dgm:t>
    </dgm:pt>
    <dgm:pt modelId="{927B223D-5EE8-43CB-A482-4F321AF466FE}">
      <dgm:prSet/>
      <dgm:spPr/>
      <dgm:t>
        <a:bodyPr/>
        <a:lstStyle/>
        <a:p>
          <a:r>
            <a:rPr lang="en-US"/>
            <a:t>speech input method</a:t>
          </a:r>
        </a:p>
      </dgm:t>
    </dgm:pt>
    <dgm:pt modelId="{61AF19F7-9647-45D7-806E-CE1AC4416543}" type="parTrans" cxnId="{2A59ADBD-F855-4D04-80FB-7870645FD6FA}">
      <dgm:prSet/>
      <dgm:spPr/>
      <dgm:t>
        <a:bodyPr/>
        <a:lstStyle/>
        <a:p>
          <a:endParaRPr lang="en-US"/>
        </a:p>
      </dgm:t>
    </dgm:pt>
    <dgm:pt modelId="{00FB5E40-EFEC-4905-956A-DA3A09C51E5B}" type="sibTrans" cxnId="{2A59ADBD-F855-4D04-80FB-7870645FD6FA}">
      <dgm:prSet/>
      <dgm:spPr/>
      <dgm:t>
        <a:bodyPr/>
        <a:lstStyle/>
        <a:p>
          <a:endParaRPr lang="en-US"/>
        </a:p>
      </dgm:t>
    </dgm:pt>
    <dgm:pt modelId="{8BB2663A-7778-4D7E-AAD5-2ADB4458479E}">
      <dgm:prSet/>
      <dgm:spPr/>
      <dgm:t>
        <a:bodyPr/>
        <a:lstStyle/>
        <a:p>
          <a:r>
            <a:rPr lang="en-US"/>
            <a:t>Back end</a:t>
          </a:r>
        </a:p>
      </dgm:t>
    </dgm:pt>
    <dgm:pt modelId="{51E0FD42-D617-430E-B301-3C2059AF93B9}" type="parTrans" cxnId="{8CB7F821-F62E-48EA-9291-F3756348756E}">
      <dgm:prSet/>
      <dgm:spPr/>
      <dgm:t>
        <a:bodyPr/>
        <a:lstStyle/>
        <a:p>
          <a:endParaRPr lang="en-US"/>
        </a:p>
      </dgm:t>
    </dgm:pt>
    <dgm:pt modelId="{B4C13EBC-6605-489D-B6D2-76ABF2410DEC}" type="sibTrans" cxnId="{8CB7F821-F62E-48EA-9291-F3756348756E}">
      <dgm:prSet/>
      <dgm:spPr/>
      <dgm:t>
        <a:bodyPr/>
        <a:lstStyle/>
        <a:p>
          <a:endParaRPr lang="en-US"/>
        </a:p>
      </dgm:t>
    </dgm:pt>
    <dgm:pt modelId="{8596634C-4808-4F3B-AD11-DE911F757DE5}">
      <dgm:prSet/>
      <dgm:spPr/>
      <dgm:t>
        <a:bodyPr/>
        <a:lstStyle/>
        <a:p>
          <a:r>
            <a:rPr lang="en-US"/>
            <a:t>model design </a:t>
          </a:r>
        </a:p>
      </dgm:t>
    </dgm:pt>
    <dgm:pt modelId="{8A3588B6-55A3-4B8D-B5B5-4EDF35103743}" type="parTrans" cxnId="{54DE67A0-675B-447A-9779-012C0788450F}">
      <dgm:prSet/>
      <dgm:spPr/>
      <dgm:t>
        <a:bodyPr/>
        <a:lstStyle/>
        <a:p>
          <a:endParaRPr lang="en-US"/>
        </a:p>
      </dgm:t>
    </dgm:pt>
    <dgm:pt modelId="{79343C3B-BF93-4C7F-BF0D-1F7C2151F517}" type="sibTrans" cxnId="{54DE67A0-675B-447A-9779-012C0788450F}">
      <dgm:prSet/>
      <dgm:spPr/>
      <dgm:t>
        <a:bodyPr/>
        <a:lstStyle/>
        <a:p>
          <a:endParaRPr lang="en-US"/>
        </a:p>
      </dgm:t>
    </dgm:pt>
    <dgm:pt modelId="{C57D83A6-2587-479B-B842-83DA7A02406B}">
      <dgm:prSet/>
      <dgm:spPr/>
      <dgm:t>
        <a:bodyPr/>
        <a:lstStyle/>
        <a:p>
          <a:r>
            <a:rPr lang="en-US"/>
            <a:t>whisper (TSS)</a:t>
          </a:r>
        </a:p>
      </dgm:t>
    </dgm:pt>
    <dgm:pt modelId="{EA874A66-E3E0-4A75-B84C-C13E036807D2}" type="parTrans" cxnId="{AD37224A-4A8D-487E-A193-C712F0C4FA6C}">
      <dgm:prSet/>
      <dgm:spPr/>
      <dgm:t>
        <a:bodyPr/>
        <a:lstStyle/>
        <a:p>
          <a:endParaRPr lang="en-US"/>
        </a:p>
      </dgm:t>
    </dgm:pt>
    <dgm:pt modelId="{FBF8ABD5-A735-4C76-884B-ABF1C1E69E05}" type="sibTrans" cxnId="{AD37224A-4A8D-487E-A193-C712F0C4FA6C}">
      <dgm:prSet/>
      <dgm:spPr/>
      <dgm:t>
        <a:bodyPr/>
        <a:lstStyle/>
        <a:p>
          <a:endParaRPr lang="en-US"/>
        </a:p>
      </dgm:t>
    </dgm:pt>
    <dgm:pt modelId="{36FCFB72-7FF9-4E51-A5A1-F6B5584EC45F}">
      <dgm:prSet/>
      <dgm:spPr/>
      <dgm:t>
        <a:bodyPr/>
        <a:lstStyle/>
        <a:p>
          <a:r>
            <a:rPr lang="en-US"/>
            <a:t>flask framework</a:t>
          </a:r>
        </a:p>
      </dgm:t>
    </dgm:pt>
    <dgm:pt modelId="{892312C1-3AA8-42F2-8199-9D11F438B6CB}" type="parTrans" cxnId="{EA930577-8272-4D9B-BFC7-61E246347252}">
      <dgm:prSet/>
      <dgm:spPr/>
      <dgm:t>
        <a:bodyPr/>
        <a:lstStyle/>
        <a:p>
          <a:endParaRPr lang="en-US"/>
        </a:p>
      </dgm:t>
    </dgm:pt>
    <dgm:pt modelId="{193F5056-AB49-41AF-B94E-D4CE97AEAC9F}" type="sibTrans" cxnId="{EA930577-8272-4D9B-BFC7-61E246347252}">
      <dgm:prSet/>
      <dgm:spPr/>
      <dgm:t>
        <a:bodyPr/>
        <a:lstStyle/>
        <a:p>
          <a:endParaRPr lang="en-US"/>
        </a:p>
      </dgm:t>
    </dgm:pt>
    <dgm:pt modelId="{5331267B-4219-C74A-B72E-0A688767B3FD}" type="pres">
      <dgm:prSet presAssocID="{EED9E052-4685-4C78-83E0-5E9AC7173EA6}" presName="linear" presStyleCnt="0">
        <dgm:presLayoutVars>
          <dgm:dir/>
          <dgm:animLvl val="lvl"/>
          <dgm:resizeHandles val="exact"/>
        </dgm:presLayoutVars>
      </dgm:prSet>
      <dgm:spPr/>
    </dgm:pt>
    <dgm:pt modelId="{91F05936-5E9E-3C49-BC75-8A40C7554853}" type="pres">
      <dgm:prSet presAssocID="{AD6AC8C6-4DBF-40A7-AAE1-5C822C03F937}" presName="parentLin" presStyleCnt="0"/>
      <dgm:spPr/>
    </dgm:pt>
    <dgm:pt modelId="{BF3B4E27-B58A-F340-8D5E-9650A9163993}" type="pres">
      <dgm:prSet presAssocID="{AD6AC8C6-4DBF-40A7-AAE1-5C822C03F937}" presName="parentLeftMargin" presStyleLbl="node1" presStyleIdx="0" presStyleCnt="2"/>
      <dgm:spPr/>
    </dgm:pt>
    <dgm:pt modelId="{BE5F1CE0-F990-1641-8080-C7B60F285800}" type="pres">
      <dgm:prSet presAssocID="{AD6AC8C6-4DBF-40A7-AAE1-5C822C03F9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AE8E7A-5655-AB45-8A50-38DF72DF8B3B}" type="pres">
      <dgm:prSet presAssocID="{AD6AC8C6-4DBF-40A7-AAE1-5C822C03F937}" presName="negativeSpace" presStyleCnt="0"/>
      <dgm:spPr/>
    </dgm:pt>
    <dgm:pt modelId="{AF70E50F-91D9-0A44-A0AA-DA2D38890EF1}" type="pres">
      <dgm:prSet presAssocID="{AD6AC8C6-4DBF-40A7-AAE1-5C822C03F937}" presName="childText" presStyleLbl="conFgAcc1" presStyleIdx="0" presStyleCnt="2">
        <dgm:presLayoutVars>
          <dgm:bulletEnabled val="1"/>
        </dgm:presLayoutVars>
      </dgm:prSet>
      <dgm:spPr/>
    </dgm:pt>
    <dgm:pt modelId="{822C0D3E-736D-AE48-A5CD-BD4576D765EB}" type="pres">
      <dgm:prSet presAssocID="{2D1DF3F5-0281-4C79-8FCF-0C6B13863D5A}" presName="spaceBetweenRectangles" presStyleCnt="0"/>
      <dgm:spPr/>
    </dgm:pt>
    <dgm:pt modelId="{BA1ACF2E-D02A-1A44-AA93-8307A48BC2CE}" type="pres">
      <dgm:prSet presAssocID="{8BB2663A-7778-4D7E-AAD5-2ADB4458479E}" presName="parentLin" presStyleCnt="0"/>
      <dgm:spPr/>
    </dgm:pt>
    <dgm:pt modelId="{5AA1CF92-2642-DB4A-B57F-49CE6156B69F}" type="pres">
      <dgm:prSet presAssocID="{8BB2663A-7778-4D7E-AAD5-2ADB4458479E}" presName="parentLeftMargin" presStyleLbl="node1" presStyleIdx="0" presStyleCnt="2"/>
      <dgm:spPr/>
    </dgm:pt>
    <dgm:pt modelId="{AA2E6FF0-C694-FD4E-9981-E25C38ACA597}" type="pres">
      <dgm:prSet presAssocID="{8BB2663A-7778-4D7E-AAD5-2ADB4458479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C2443EC-9529-954E-846F-EFFFDD8255D6}" type="pres">
      <dgm:prSet presAssocID="{8BB2663A-7778-4D7E-AAD5-2ADB4458479E}" presName="negativeSpace" presStyleCnt="0"/>
      <dgm:spPr/>
    </dgm:pt>
    <dgm:pt modelId="{E836D3E6-CA2F-854F-9379-F5C81B5FF9C9}" type="pres">
      <dgm:prSet presAssocID="{8BB2663A-7778-4D7E-AAD5-2ADB4458479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CB7F821-F62E-48EA-9291-F3756348756E}" srcId="{EED9E052-4685-4C78-83E0-5E9AC7173EA6}" destId="{8BB2663A-7778-4D7E-AAD5-2ADB4458479E}" srcOrd="1" destOrd="0" parTransId="{51E0FD42-D617-430E-B301-3C2059AF93B9}" sibTransId="{B4C13EBC-6605-489D-B6D2-76ABF2410DEC}"/>
    <dgm:cxn modelId="{CFD8D028-3A8A-A541-B650-2E91FB1C1849}" type="presOf" srcId="{8BB2663A-7778-4D7E-AAD5-2ADB4458479E}" destId="{AA2E6FF0-C694-FD4E-9981-E25C38ACA597}" srcOrd="1" destOrd="0" presId="urn:microsoft.com/office/officeart/2005/8/layout/list1"/>
    <dgm:cxn modelId="{FD22D542-653F-5948-BB95-E3820C98CA73}" type="presOf" srcId="{36FCFB72-7FF9-4E51-A5A1-F6B5584EC45F}" destId="{E836D3E6-CA2F-854F-9379-F5C81B5FF9C9}" srcOrd="0" destOrd="2" presId="urn:microsoft.com/office/officeart/2005/8/layout/list1"/>
    <dgm:cxn modelId="{AD37224A-4A8D-487E-A193-C712F0C4FA6C}" srcId="{8BB2663A-7778-4D7E-AAD5-2ADB4458479E}" destId="{C57D83A6-2587-479B-B842-83DA7A02406B}" srcOrd="1" destOrd="0" parTransId="{EA874A66-E3E0-4A75-B84C-C13E036807D2}" sibTransId="{FBF8ABD5-A735-4C76-884B-ABF1C1E69E05}"/>
    <dgm:cxn modelId="{223EA559-611B-E14C-8996-7EF2443FFDE5}" type="presOf" srcId="{C57D83A6-2587-479B-B842-83DA7A02406B}" destId="{E836D3E6-CA2F-854F-9379-F5C81B5FF9C9}" srcOrd="0" destOrd="1" presId="urn:microsoft.com/office/officeart/2005/8/layout/list1"/>
    <dgm:cxn modelId="{90321075-6181-D14B-8F3A-317D72F157F4}" type="presOf" srcId="{AD6AC8C6-4DBF-40A7-AAE1-5C822C03F937}" destId="{BF3B4E27-B58A-F340-8D5E-9650A9163993}" srcOrd="0" destOrd="0" presId="urn:microsoft.com/office/officeart/2005/8/layout/list1"/>
    <dgm:cxn modelId="{EA930577-8272-4D9B-BFC7-61E246347252}" srcId="{8BB2663A-7778-4D7E-AAD5-2ADB4458479E}" destId="{36FCFB72-7FF9-4E51-A5A1-F6B5584EC45F}" srcOrd="2" destOrd="0" parTransId="{892312C1-3AA8-42F2-8199-9D11F438B6CB}" sibTransId="{193F5056-AB49-41AF-B94E-D4CE97AEAC9F}"/>
    <dgm:cxn modelId="{47DF7283-4BE7-2441-BC56-513446B7171E}" type="presOf" srcId="{927B223D-5EE8-43CB-A482-4F321AF466FE}" destId="{AF70E50F-91D9-0A44-A0AA-DA2D38890EF1}" srcOrd="0" destOrd="2" presId="urn:microsoft.com/office/officeart/2005/8/layout/list1"/>
    <dgm:cxn modelId="{18F62984-516C-5A47-8F88-6F237550FDC9}" type="presOf" srcId="{AD6AC8C6-4DBF-40A7-AAE1-5C822C03F937}" destId="{BE5F1CE0-F990-1641-8080-C7B60F285800}" srcOrd="1" destOrd="0" presId="urn:microsoft.com/office/officeart/2005/8/layout/list1"/>
    <dgm:cxn modelId="{F704B698-5E87-48F8-9E4B-F118CDE42FCA}" srcId="{AD6AC8C6-4DBF-40A7-AAE1-5C822C03F937}" destId="{4472225B-E6C4-422C-9447-FE15CD3C1EE5}" srcOrd="0" destOrd="0" parTransId="{36143BB9-3B33-413D-A155-3B36E5E3F378}" sibTransId="{E369C232-B20A-48AC-82EF-E36F00BB4BF4}"/>
    <dgm:cxn modelId="{54DE67A0-675B-447A-9779-012C0788450F}" srcId="{8BB2663A-7778-4D7E-AAD5-2ADB4458479E}" destId="{8596634C-4808-4F3B-AD11-DE911F757DE5}" srcOrd="0" destOrd="0" parTransId="{8A3588B6-55A3-4B8D-B5B5-4EDF35103743}" sibTransId="{79343C3B-BF93-4C7F-BF0D-1F7C2151F517}"/>
    <dgm:cxn modelId="{569586A2-D537-8642-A328-5EEA8B3740EA}" type="presOf" srcId="{8BB2663A-7778-4D7E-AAD5-2ADB4458479E}" destId="{5AA1CF92-2642-DB4A-B57F-49CE6156B69F}" srcOrd="0" destOrd="0" presId="urn:microsoft.com/office/officeart/2005/8/layout/list1"/>
    <dgm:cxn modelId="{6F9AF3B1-3485-411C-A4CC-D99FBA996A7C}" srcId="{AD6AC8C6-4DBF-40A7-AAE1-5C822C03F937}" destId="{102C9B58-23A1-4E68-A4D4-06F3899F0B8B}" srcOrd="1" destOrd="0" parTransId="{42D5CCEE-252A-4BEE-BA27-095C03314B81}" sibTransId="{310BB600-C5B4-494F-8753-8736EFA0E5C4}"/>
    <dgm:cxn modelId="{2A59ADBD-F855-4D04-80FB-7870645FD6FA}" srcId="{AD6AC8C6-4DBF-40A7-AAE1-5C822C03F937}" destId="{927B223D-5EE8-43CB-A482-4F321AF466FE}" srcOrd="2" destOrd="0" parTransId="{61AF19F7-9647-45D7-806E-CE1AC4416543}" sibTransId="{00FB5E40-EFEC-4905-956A-DA3A09C51E5B}"/>
    <dgm:cxn modelId="{9F3C89C8-6EA2-1A49-9211-3F8A228E8992}" type="presOf" srcId="{8596634C-4808-4F3B-AD11-DE911F757DE5}" destId="{E836D3E6-CA2F-854F-9379-F5C81B5FF9C9}" srcOrd="0" destOrd="0" presId="urn:microsoft.com/office/officeart/2005/8/layout/list1"/>
    <dgm:cxn modelId="{552855C9-9194-0247-A8EB-85CA6F6784CB}" type="presOf" srcId="{EED9E052-4685-4C78-83E0-5E9AC7173EA6}" destId="{5331267B-4219-C74A-B72E-0A688767B3FD}" srcOrd="0" destOrd="0" presId="urn:microsoft.com/office/officeart/2005/8/layout/list1"/>
    <dgm:cxn modelId="{AC13A5CB-E2C3-4825-8172-91F74867ED88}" srcId="{EED9E052-4685-4C78-83E0-5E9AC7173EA6}" destId="{AD6AC8C6-4DBF-40A7-AAE1-5C822C03F937}" srcOrd="0" destOrd="0" parTransId="{8CD1C8BA-F0B0-4671-8DD8-D749928FA063}" sibTransId="{2D1DF3F5-0281-4C79-8FCF-0C6B13863D5A}"/>
    <dgm:cxn modelId="{A24D9DD4-200B-D449-8F26-DFEDB7A06880}" type="presOf" srcId="{4472225B-E6C4-422C-9447-FE15CD3C1EE5}" destId="{AF70E50F-91D9-0A44-A0AA-DA2D38890EF1}" srcOrd="0" destOrd="0" presId="urn:microsoft.com/office/officeart/2005/8/layout/list1"/>
    <dgm:cxn modelId="{37D1F1DD-4500-304B-A27A-F2FEDF133509}" type="presOf" srcId="{102C9B58-23A1-4E68-A4D4-06F3899F0B8B}" destId="{AF70E50F-91D9-0A44-A0AA-DA2D38890EF1}" srcOrd="0" destOrd="1" presId="urn:microsoft.com/office/officeart/2005/8/layout/list1"/>
    <dgm:cxn modelId="{D1CDAB42-F3E4-8646-BC12-843902CDEC1C}" type="presParOf" srcId="{5331267B-4219-C74A-B72E-0A688767B3FD}" destId="{91F05936-5E9E-3C49-BC75-8A40C7554853}" srcOrd="0" destOrd="0" presId="urn:microsoft.com/office/officeart/2005/8/layout/list1"/>
    <dgm:cxn modelId="{602B8A59-DDC0-0E42-8808-F756CE861D91}" type="presParOf" srcId="{91F05936-5E9E-3C49-BC75-8A40C7554853}" destId="{BF3B4E27-B58A-F340-8D5E-9650A9163993}" srcOrd="0" destOrd="0" presId="urn:microsoft.com/office/officeart/2005/8/layout/list1"/>
    <dgm:cxn modelId="{37B05368-735E-0A49-AACE-A6349FA45E5C}" type="presParOf" srcId="{91F05936-5E9E-3C49-BC75-8A40C7554853}" destId="{BE5F1CE0-F990-1641-8080-C7B60F285800}" srcOrd="1" destOrd="0" presId="urn:microsoft.com/office/officeart/2005/8/layout/list1"/>
    <dgm:cxn modelId="{5D45B3F0-3D09-8846-BFC5-F8DFF2A21E43}" type="presParOf" srcId="{5331267B-4219-C74A-B72E-0A688767B3FD}" destId="{3CAE8E7A-5655-AB45-8A50-38DF72DF8B3B}" srcOrd="1" destOrd="0" presId="urn:microsoft.com/office/officeart/2005/8/layout/list1"/>
    <dgm:cxn modelId="{D79D5F87-BED8-0347-98E5-779864531E9C}" type="presParOf" srcId="{5331267B-4219-C74A-B72E-0A688767B3FD}" destId="{AF70E50F-91D9-0A44-A0AA-DA2D38890EF1}" srcOrd="2" destOrd="0" presId="urn:microsoft.com/office/officeart/2005/8/layout/list1"/>
    <dgm:cxn modelId="{AA41BA91-169A-FB4B-8581-C30B2A955BA7}" type="presParOf" srcId="{5331267B-4219-C74A-B72E-0A688767B3FD}" destId="{822C0D3E-736D-AE48-A5CD-BD4576D765EB}" srcOrd="3" destOrd="0" presId="urn:microsoft.com/office/officeart/2005/8/layout/list1"/>
    <dgm:cxn modelId="{94CC0093-9E2B-FB4C-93F3-72F8EE05E40D}" type="presParOf" srcId="{5331267B-4219-C74A-B72E-0A688767B3FD}" destId="{BA1ACF2E-D02A-1A44-AA93-8307A48BC2CE}" srcOrd="4" destOrd="0" presId="urn:microsoft.com/office/officeart/2005/8/layout/list1"/>
    <dgm:cxn modelId="{8BD77FDF-7A6F-7449-9ADA-4A10C15C3E42}" type="presParOf" srcId="{BA1ACF2E-D02A-1A44-AA93-8307A48BC2CE}" destId="{5AA1CF92-2642-DB4A-B57F-49CE6156B69F}" srcOrd="0" destOrd="0" presId="urn:microsoft.com/office/officeart/2005/8/layout/list1"/>
    <dgm:cxn modelId="{14CAC2EF-A4E3-224A-BC34-828F85643DDF}" type="presParOf" srcId="{BA1ACF2E-D02A-1A44-AA93-8307A48BC2CE}" destId="{AA2E6FF0-C694-FD4E-9981-E25C38ACA597}" srcOrd="1" destOrd="0" presId="urn:microsoft.com/office/officeart/2005/8/layout/list1"/>
    <dgm:cxn modelId="{15958A03-F634-434D-935A-8A471A56B084}" type="presParOf" srcId="{5331267B-4219-C74A-B72E-0A688767B3FD}" destId="{3C2443EC-9529-954E-846F-EFFFDD8255D6}" srcOrd="5" destOrd="0" presId="urn:microsoft.com/office/officeart/2005/8/layout/list1"/>
    <dgm:cxn modelId="{C586B8FF-A33C-EC41-AC8D-3F04F5AB0B56}" type="presParOf" srcId="{5331267B-4219-C74A-B72E-0A688767B3FD}" destId="{E836D3E6-CA2F-854F-9379-F5C81B5FF9C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58E69-98D9-FB48-9754-396B0BBF63F9}">
      <dsp:nvSpPr>
        <dsp:cNvPr id="0" name=""/>
        <dsp:cNvSpPr/>
      </dsp:nvSpPr>
      <dsp:spPr>
        <a:xfrm>
          <a:off x="2000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 text / speech </a:t>
          </a:r>
        </a:p>
      </dsp:txBody>
      <dsp:txXfrm>
        <a:off x="35679" y="1555143"/>
        <a:ext cx="2232395" cy="1082518"/>
      </dsp:txXfrm>
    </dsp:sp>
    <dsp:sp modelId="{F41ACE9F-A1B0-AB4C-B0C1-A1587BB53D26}">
      <dsp:nvSpPr>
        <dsp:cNvPr id="0" name=""/>
        <dsp:cNvSpPr/>
      </dsp:nvSpPr>
      <dsp:spPr>
        <a:xfrm>
          <a:off x="2876692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 transformer model ranks prevalence of different emotions</a:t>
          </a:r>
        </a:p>
      </dsp:txBody>
      <dsp:txXfrm>
        <a:off x="2910371" y="1555143"/>
        <a:ext cx="2232395" cy="1082518"/>
      </dsp:txXfrm>
    </dsp:sp>
    <dsp:sp modelId="{084568A6-9651-E14A-9702-3FA326164795}">
      <dsp:nvSpPr>
        <dsp:cNvPr id="0" name=""/>
        <dsp:cNvSpPr/>
      </dsp:nvSpPr>
      <dsp:spPr>
        <a:xfrm>
          <a:off x="5751383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AI model outputs used as input for art generation</a:t>
          </a:r>
        </a:p>
      </dsp:txBody>
      <dsp:txXfrm>
        <a:off x="5785062" y="1555143"/>
        <a:ext cx="2232395" cy="1082518"/>
      </dsp:txXfrm>
    </dsp:sp>
    <dsp:sp modelId="{8B5BEF23-4DA2-7847-ABCE-B14E0071D499}">
      <dsp:nvSpPr>
        <dsp:cNvPr id="0" name=""/>
        <dsp:cNvSpPr/>
      </dsp:nvSpPr>
      <dsp:spPr>
        <a:xfrm>
          <a:off x="8626074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Display art </a:t>
          </a:r>
        </a:p>
      </dsp:txBody>
      <dsp:txXfrm>
        <a:off x="8659753" y="1555143"/>
        <a:ext cx="2232395" cy="1082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87433-F6E8-814A-99FF-FB97167A9748}">
      <dsp:nvSpPr>
        <dsp:cNvPr id="0" name=""/>
        <dsp:cNvSpPr/>
      </dsp:nvSpPr>
      <dsp:spPr>
        <a:xfrm>
          <a:off x="1333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NLP/ AI</a:t>
          </a:r>
        </a:p>
      </dsp:txBody>
      <dsp:txXfrm>
        <a:off x="47045" y="1361745"/>
        <a:ext cx="3030050" cy="1469313"/>
      </dsp:txXfrm>
    </dsp:sp>
    <dsp:sp modelId="{38C79F0F-96BC-8945-B402-0C0F0BA31AAE}">
      <dsp:nvSpPr>
        <dsp:cNvPr id="0" name=""/>
        <dsp:cNvSpPr/>
      </dsp:nvSpPr>
      <dsp:spPr>
        <a:xfrm>
          <a:off x="3903177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Generative art</a:t>
          </a:r>
        </a:p>
      </dsp:txBody>
      <dsp:txXfrm>
        <a:off x="3948889" y="1361745"/>
        <a:ext cx="3030050" cy="1469313"/>
      </dsp:txXfrm>
    </dsp:sp>
    <dsp:sp modelId="{576F9A04-22C2-2F41-879F-CAD0C22E07F4}">
      <dsp:nvSpPr>
        <dsp:cNvPr id="0" name=""/>
        <dsp:cNvSpPr/>
      </dsp:nvSpPr>
      <dsp:spPr>
        <a:xfrm>
          <a:off x="7805020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Accessibility (kind off)</a:t>
          </a:r>
        </a:p>
      </dsp:txBody>
      <dsp:txXfrm>
        <a:off x="7850732" y="1361745"/>
        <a:ext cx="3030050" cy="14693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51D72-A0F2-4A08-B67B-83142516B2B9}">
      <dsp:nvSpPr>
        <dsp:cNvPr id="0" name=""/>
        <dsp:cNvSpPr/>
      </dsp:nvSpPr>
      <dsp:spPr>
        <a:xfrm>
          <a:off x="1061437" y="666590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130EE-71C4-40DB-BD91-28E2FBD9DF38}">
      <dsp:nvSpPr>
        <dsp:cNvPr id="0" name=""/>
        <dsp:cNvSpPr/>
      </dsp:nvSpPr>
      <dsp:spPr>
        <a:xfrm>
          <a:off x="1582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Flask framework</a:t>
          </a:r>
        </a:p>
      </dsp:txBody>
      <dsp:txXfrm>
        <a:off x="1582" y="1930937"/>
        <a:ext cx="3261093" cy="489164"/>
      </dsp:txXfrm>
    </dsp:sp>
    <dsp:sp modelId="{1DF425A7-5D97-4DB3-B9BE-812FA0E337D8}">
      <dsp:nvSpPr>
        <dsp:cNvPr id="0" name=""/>
        <dsp:cNvSpPr/>
      </dsp:nvSpPr>
      <dsp:spPr>
        <a:xfrm>
          <a:off x="1582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AB86C-4D49-43B6-B842-0950370133C5}">
      <dsp:nvSpPr>
        <dsp:cNvPr id="0" name=""/>
        <dsp:cNvSpPr/>
      </dsp:nvSpPr>
      <dsp:spPr>
        <a:xfrm>
          <a:off x="4893223" y="666590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D551E-0E26-40FA-80F5-F9A699235617}">
      <dsp:nvSpPr>
        <dsp:cNvPr id="0" name=""/>
        <dsp:cNvSpPr/>
      </dsp:nvSpPr>
      <dsp:spPr>
        <a:xfrm>
          <a:off x="3833367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JS front-end</a:t>
          </a:r>
        </a:p>
      </dsp:txBody>
      <dsp:txXfrm>
        <a:off x="3833367" y="1930937"/>
        <a:ext cx="3261093" cy="489164"/>
      </dsp:txXfrm>
    </dsp:sp>
    <dsp:sp modelId="{2CA1B0A6-6A04-4451-AFF6-C43BCAB72D00}">
      <dsp:nvSpPr>
        <dsp:cNvPr id="0" name=""/>
        <dsp:cNvSpPr/>
      </dsp:nvSpPr>
      <dsp:spPr>
        <a:xfrm>
          <a:off x="3833367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p5.js for image generation (p5 canvas)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methods (Speech-To-Text, text box)</a:t>
          </a:r>
        </a:p>
      </dsp:txBody>
      <dsp:txXfrm>
        <a:off x="3833367" y="2477293"/>
        <a:ext cx="3261093" cy="1048920"/>
      </dsp:txXfrm>
    </dsp:sp>
    <dsp:sp modelId="{AA847270-D736-4B0E-8D7E-BAE162E9931C}">
      <dsp:nvSpPr>
        <dsp:cNvPr id="0" name=""/>
        <dsp:cNvSpPr/>
      </dsp:nvSpPr>
      <dsp:spPr>
        <a:xfrm>
          <a:off x="8725008" y="666590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6BBA5-B6FE-45BB-B7CF-766B1199DEB5}">
      <dsp:nvSpPr>
        <dsp:cNvPr id="0" name=""/>
        <dsp:cNvSpPr/>
      </dsp:nvSpPr>
      <dsp:spPr>
        <a:xfrm>
          <a:off x="7665152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Python backend</a:t>
          </a:r>
        </a:p>
      </dsp:txBody>
      <dsp:txXfrm>
        <a:off x="7665152" y="1930937"/>
        <a:ext cx="3261093" cy="489164"/>
      </dsp:txXfrm>
    </dsp:sp>
    <dsp:sp modelId="{E29D4149-1101-46DC-A345-56202AF3839C}">
      <dsp:nvSpPr>
        <dsp:cNvPr id="0" name=""/>
        <dsp:cNvSpPr/>
      </dsp:nvSpPr>
      <dsp:spPr>
        <a:xfrm>
          <a:off x="7665152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Transformer model for emotion analysis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OpenAI whisper library for Speech-to-text</a:t>
          </a:r>
        </a:p>
      </dsp:txBody>
      <dsp:txXfrm>
        <a:off x="7665152" y="2477293"/>
        <a:ext cx="3261093" cy="10489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C6F0D-50F1-A942-9EDB-9B9E4EF8349F}">
      <dsp:nvSpPr>
        <dsp:cNvPr id="0" name=""/>
        <dsp:cNvSpPr/>
      </dsp:nvSpPr>
      <dsp:spPr>
        <a:xfrm>
          <a:off x="0" y="45752"/>
          <a:ext cx="10927829" cy="859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Database</a:t>
          </a:r>
        </a:p>
      </dsp:txBody>
      <dsp:txXfrm>
        <a:off x="41979" y="87731"/>
        <a:ext cx="10843871" cy="775991"/>
      </dsp:txXfrm>
    </dsp:sp>
    <dsp:sp modelId="{052CDD4D-2489-6448-9B8F-6AE2FB04DA9F}">
      <dsp:nvSpPr>
        <dsp:cNvPr id="0" name=""/>
        <dsp:cNvSpPr/>
      </dsp:nvSpPr>
      <dsp:spPr>
        <a:xfrm>
          <a:off x="0" y="905702"/>
          <a:ext cx="10927829" cy="94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save images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save input strings</a:t>
          </a:r>
        </a:p>
      </dsp:txBody>
      <dsp:txXfrm>
        <a:off x="0" y="905702"/>
        <a:ext cx="10927829" cy="941850"/>
      </dsp:txXfrm>
    </dsp:sp>
    <dsp:sp modelId="{1831C39E-FFEE-974B-9507-CA12D53500A2}">
      <dsp:nvSpPr>
        <dsp:cNvPr id="0" name=""/>
        <dsp:cNvSpPr/>
      </dsp:nvSpPr>
      <dsp:spPr>
        <a:xfrm>
          <a:off x="0" y="1847552"/>
          <a:ext cx="10927829" cy="859949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Generate multiple images</a:t>
          </a:r>
        </a:p>
      </dsp:txBody>
      <dsp:txXfrm>
        <a:off x="41979" y="1889531"/>
        <a:ext cx="10843871" cy="775991"/>
      </dsp:txXfrm>
    </dsp:sp>
    <dsp:sp modelId="{14C2F9F2-66D2-D24F-9028-BD2AC0695D85}">
      <dsp:nvSpPr>
        <dsp:cNvPr id="0" name=""/>
        <dsp:cNvSpPr/>
      </dsp:nvSpPr>
      <dsp:spPr>
        <a:xfrm>
          <a:off x="0" y="2707502"/>
          <a:ext cx="10927829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tinker with the parameters so that different images are 	created</a:t>
          </a:r>
        </a:p>
      </dsp:txBody>
      <dsp:txXfrm>
        <a:off x="0" y="2707502"/>
        <a:ext cx="10927829" cy="579600"/>
      </dsp:txXfrm>
    </dsp:sp>
    <dsp:sp modelId="{B70E0B9E-AD33-9C41-A549-1EB1431FAD8A}">
      <dsp:nvSpPr>
        <dsp:cNvPr id="0" name=""/>
        <dsp:cNvSpPr/>
      </dsp:nvSpPr>
      <dsp:spPr>
        <a:xfrm>
          <a:off x="0" y="3287102"/>
          <a:ext cx="10927829" cy="85994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Gallery section to view previous work</a:t>
          </a:r>
        </a:p>
      </dsp:txBody>
      <dsp:txXfrm>
        <a:off x="41979" y="3329081"/>
        <a:ext cx="10843871" cy="7759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0E50F-91D9-0A44-A0AA-DA2D38890EF1}">
      <dsp:nvSpPr>
        <dsp:cNvPr id="0" name=""/>
        <dsp:cNvSpPr/>
      </dsp:nvSpPr>
      <dsp:spPr>
        <a:xfrm>
          <a:off x="0" y="497370"/>
          <a:ext cx="6900512" cy="219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604012" rIns="535556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user friendly interface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text input box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speech input method</a:t>
          </a:r>
        </a:p>
      </dsp:txBody>
      <dsp:txXfrm>
        <a:off x="0" y="497370"/>
        <a:ext cx="6900512" cy="2192399"/>
      </dsp:txXfrm>
    </dsp:sp>
    <dsp:sp modelId="{BE5F1CE0-F990-1641-8080-C7B60F285800}">
      <dsp:nvSpPr>
        <dsp:cNvPr id="0" name=""/>
        <dsp:cNvSpPr/>
      </dsp:nvSpPr>
      <dsp:spPr>
        <a:xfrm>
          <a:off x="345025" y="69330"/>
          <a:ext cx="4830358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Front end</a:t>
          </a:r>
        </a:p>
      </dsp:txBody>
      <dsp:txXfrm>
        <a:off x="386815" y="111120"/>
        <a:ext cx="4746778" cy="772500"/>
      </dsp:txXfrm>
    </dsp:sp>
    <dsp:sp modelId="{E836D3E6-CA2F-854F-9379-F5C81B5FF9C9}">
      <dsp:nvSpPr>
        <dsp:cNvPr id="0" name=""/>
        <dsp:cNvSpPr/>
      </dsp:nvSpPr>
      <dsp:spPr>
        <a:xfrm>
          <a:off x="0" y="3274410"/>
          <a:ext cx="6900512" cy="219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604012" rIns="535556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model design 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whisper (TSS)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flask framework</a:t>
          </a:r>
        </a:p>
      </dsp:txBody>
      <dsp:txXfrm>
        <a:off x="0" y="3274410"/>
        <a:ext cx="6900512" cy="2192399"/>
      </dsp:txXfrm>
    </dsp:sp>
    <dsp:sp modelId="{AA2E6FF0-C694-FD4E-9981-E25C38ACA597}">
      <dsp:nvSpPr>
        <dsp:cNvPr id="0" name=""/>
        <dsp:cNvSpPr/>
      </dsp:nvSpPr>
      <dsp:spPr>
        <a:xfrm>
          <a:off x="345025" y="2846370"/>
          <a:ext cx="4830358" cy="85608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Back end</a:t>
          </a:r>
        </a:p>
      </dsp:txBody>
      <dsp:txXfrm>
        <a:off x="386815" y="2888160"/>
        <a:ext cx="4746778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AC9F-3975-DE14-A454-504BA154C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58178-0686-6C11-14BC-87A95E7AB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AF074-01E0-9695-6458-5192046B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2CE6-35D9-ADFF-7BBF-461AFE17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D3364-AE1F-D368-8A0C-9EE16F14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9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ED7B-A139-A4EB-0D35-255E3866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1DD8-5CA3-FA1E-78A0-A76EA64EF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EB78E-D2FD-7E44-A378-2BC865DC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0635E-5599-42A0-5477-F9B21D0E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32AD4-3363-363B-AA85-AD463F82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0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B66C-FD0F-B33C-1253-09AD91D0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8F6F2-32B8-000A-4B68-528BEE96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78545-90D9-DDC8-66BD-00217835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4BEEC-71F9-B7B0-1397-11201E3E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1C87-D6A2-7C4B-041B-05C294DA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8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F373-FB48-CE4E-AF3C-43EF0429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7A8E-C985-673B-932D-43C199FD9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7B44A-CE08-E162-AD8D-7FBA222FA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A7938-3B36-4EF3-F4B8-CBA62333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2B8C1-96E5-06C8-1994-3F6B7FCF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5AFF1-3711-866D-BC20-4D62DB56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8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4A37-8A91-3264-C871-B50DC250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AF2A-41E0-CE01-37D8-B7CBD5947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75C13-EFFC-4E56-10A2-9E5BA32AC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AB41D-E8BF-73C1-9C16-767EAA195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39463-2356-DB43-10B4-A79BC1E5B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B8DDA-3A54-ECD4-5CD5-C97C064C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1E701-32FF-97F3-821A-0E95C8B4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FECB7-BD3B-05B4-BA62-6F34FE21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8C8B-8197-B528-5A2F-C4898641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D5503-89FA-0D2C-9EDE-0945662E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077A4-B750-09E4-37C3-9023A41F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7ED83-500B-CC22-3411-6DB75C07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5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D1E2F-DF79-FE1D-47A0-7D4CE33E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93F01-0F00-EDFC-05CE-53F77784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24FD5-BB6D-F010-EE1A-AFEA1648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8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A944-942D-DBF2-589F-6901E7BE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87507-4AAB-4C93-B443-0B22530E4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58989-108B-A2CE-6574-68F88A3CC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E08D2-6983-2126-4EF1-DBD1C80E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9566-F3D7-7D77-01E3-73686CB0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10AE2-76A6-7F96-F206-7A76226E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34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7C3E5-7DDE-7AC5-6613-2FD0C86C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483FD-258A-9FE8-0FEC-8DB721231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67218-28E1-3B54-8B89-5692DFE8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BBE25-26C9-AE33-FC75-DBC89C4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510ED-6FAA-DE8E-CE5D-642872AC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11810-9F6F-F485-683D-2D0387B4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5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E636-DD44-3190-5378-54250262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93F4B-4ACB-76C8-95C1-08D364903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FE1A7-2895-9BB6-339A-25DD5653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3F166-A71B-8510-0B4F-044602C0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EC6C3-1DC5-3F71-B18B-7E15C9BD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7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A85F0-7970-5810-0A06-9B2C1075E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2870A-3822-DC62-79A0-9BB8037AC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FB3C-5280-E5F9-96A7-7347F3C4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482A-C9E3-D0AC-0A96-46556DB9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97E48-F61B-4F40-9B06-73DD0D01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5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D3E1D-FF17-3C04-721E-FA4800B3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75C3B-84E0-CD3C-AFCD-B100CDF60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04472-4614-7F44-EA62-22995D221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60C37-BB47-D34D-B38E-AC4E3D70622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15DAA-0C75-0462-5CE7-52693E738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0DE0E-B93F-934A-0280-BB1A775C3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D4C3A-99C4-0244-97CC-B08759A6C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0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E13E-6AAF-12F7-FAB8-3137585EE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emotional art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E9654-A333-944D-7DCC-6B7499C6D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6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FA9FA-C447-C218-CD78-B5EE02FE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37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General idea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456864-CC22-8DC4-5B58-247F0D75E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9168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ight Arrow 3">
            <a:extLst>
              <a:ext uri="{FF2B5EF4-FFF2-40B4-BE49-F238E27FC236}">
                <a16:creationId xmlns:a16="http://schemas.microsoft.com/office/drawing/2014/main" id="{8C8739A6-02A7-5346-CDE0-06FE44C9B3EC}"/>
              </a:ext>
            </a:extLst>
          </p:cNvPr>
          <p:cNvSpPr/>
          <p:nvPr/>
        </p:nvSpPr>
        <p:spPr>
          <a:xfrm>
            <a:off x="2944906" y="3980329"/>
            <a:ext cx="605118" cy="4975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52E2B2B-2D0A-80E3-A753-AE1D7454A10A}"/>
              </a:ext>
            </a:extLst>
          </p:cNvPr>
          <p:cNvSpPr/>
          <p:nvPr/>
        </p:nvSpPr>
        <p:spPr>
          <a:xfrm>
            <a:off x="5788490" y="3960210"/>
            <a:ext cx="605118" cy="4975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914FEB6-B06C-09A4-5998-8BBEBD8309C4}"/>
              </a:ext>
            </a:extLst>
          </p:cNvPr>
          <p:cNvSpPr/>
          <p:nvPr/>
        </p:nvSpPr>
        <p:spPr>
          <a:xfrm>
            <a:off x="8687266" y="3980329"/>
            <a:ext cx="605118" cy="4975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EBC41-4505-7BB3-3AE3-CA9551DA6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Themes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4201FC-0CEF-514F-8360-2015CDF504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3617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641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D1146-1D50-0266-0E4D-C562CDED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3DE007-3B2A-CBB3-3ED8-8F5B2D291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513" y="1966293"/>
            <a:ext cx="978497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7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76CBE-9150-9595-B504-4C638AC2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components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B6BB1D-5AA0-FF67-1BB9-018BF2A88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433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414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21A19-CD91-52B3-7E43-A4275857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Potential additions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A90BD3-8FC3-FC02-555F-38AF2661D6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6058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460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0C4E4-3B98-A40E-02C9-36EBE6D8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we need to do / teams 	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57334F-95A2-6FF9-CE60-B90D61728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20083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151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</Words>
  <Application>Microsoft Macintosh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NLP emotional art generator</vt:lpstr>
      <vt:lpstr>General idea</vt:lpstr>
      <vt:lpstr>Themes </vt:lpstr>
      <vt:lpstr>System design</vt:lpstr>
      <vt:lpstr>Key components </vt:lpstr>
      <vt:lpstr>Potential additions </vt:lpstr>
      <vt:lpstr>What we need to do / teams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Kipp Batchelor</dc:creator>
  <cp:lastModifiedBy>Kipp Batchelor</cp:lastModifiedBy>
  <cp:revision>1</cp:revision>
  <dcterms:created xsi:type="dcterms:W3CDTF">2026-03-20T13:31:16Z</dcterms:created>
  <dcterms:modified xsi:type="dcterms:W3CDTF">2026-03-20T13:49:40Z</dcterms:modified>
</cp:coreProperties>
</file>